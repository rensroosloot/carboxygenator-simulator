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4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5.xml" ContentType="application/vnd.openxmlformats-officedocument.theme+xml"/>
  <Override PartName="/ppt/slideLayouts/slideLayout20.xml" ContentType="application/vnd.openxmlformats-officedocument.presentationml.slideLayout+xml"/>
  <Override PartName="/ppt/theme/theme6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7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8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6" r:id="rId4"/>
    <p:sldMasterId id="2147483770" r:id="rId5"/>
    <p:sldMasterId id="2147483774" r:id="rId6"/>
    <p:sldMasterId id="2147483778" r:id="rId7"/>
    <p:sldMasterId id="2147483782" r:id="rId8"/>
    <p:sldMasterId id="2147483713" r:id="rId9"/>
    <p:sldMasterId id="2147483726" r:id="rId10"/>
    <p:sldMasterId id="2147483796" r:id="rId11"/>
    <p:sldMasterId id="2147483791" r:id="rId12"/>
  </p:sldMasterIdLst>
  <p:notesMasterIdLst>
    <p:notesMasterId r:id="rId21"/>
  </p:notesMasterIdLst>
  <p:handoutMasterIdLst>
    <p:handoutMasterId r:id="rId22"/>
  </p:handoutMasterIdLst>
  <p:sldIdLst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</p:sldIdLst>
  <p:sldSz cx="12192000" cy="6858000"/>
  <p:notesSz cx="6797675" cy="9926638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leen Mensink" initials="MM" lastIdx="0" clrIdx="0">
    <p:extLst>
      <p:ext uri="{19B8F6BF-5375-455C-9EA6-DF929625EA0E}">
        <p15:presenceInfo xmlns:p15="http://schemas.microsoft.com/office/powerpoint/2012/main" userId="S-1-5-21-2804773519-1039592734-3327864189-221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61AC"/>
    <a:srgbClr val="38B6AB"/>
    <a:srgbClr val="F9B44F"/>
    <a:srgbClr val="EB5D40"/>
    <a:srgbClr val="005BA9"/>
    <a:srgbClr val="0060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404" autoAdjust="0"/>
  </p:normalViewPr>
  <p:slideViewPr>
    <p:cSldViewPr snapToGrid="0">
      <p:cViewPr varScale="1">
        <p:scale>
          <a:sx n="82" d="100"/>
          <a:sy n="82" d="100"/>
        </p:scale>
        <p:origin x="672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365" y="96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Master" Target="slideMasters/slideMaster4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5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4.xml"/><Relationship Id="rId20" Type="http://schemas.openxmlformats.org/officeDocument/2006/relationships/slide" Target="slides/slide8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3.xml"/><Relationship Id="rId23" Type="http://schemas.openxmlformats.org/officeDocument/2006/relationships/commentAuthors" Target="commentAuthors.xml"/><Relationship Id="rId28" Type="http://schemas.microsoft.com/office/2016/11/relationships/changesInfo" Target="changesInfos/changesInfo1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7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2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ud Das" userId="bd6ffd83-6ae1-44a3-baa7-5fcaec22653f" providerId="ADAL" clId="{730AD69C-F15C-4D90-A589-D2D69E5ADFE1}"/>
    <pc:docChg chg="modSld">
      <pc:chgData name="Ruud Das" userId="bd6ffd83-6ae1-44a3-baa7-5fcaec22653f" providerId="ADAL" clId="{730AD69C-F15C-4D90-A589-D2D69E5ADFE1}" dt="2026-02-05T12:41:16.680" v="0" actId="20577"/>
      <pc:docMkLst>
        <pc:docMk/>
      </pc:docMkLst>
      <pc:sldChg chg="modSp mod">
        <pc:chgData name="Ruud Das" userId="bd6ffd83-6ae1-44a3-baa7-5fcaec22653f" providerId="ADAL" clId="{730AD69C-F15C-4D90-A589-D2D69E5ADFE1}" dt="2026-02-05T12:41:16.680" v="0" actId="20577"/>
        <pc:sldMkLst>
          <pc:docMk/>
          <pc:sldMk cId="1233952743" sldId="267"/>
        </pc:sldMkLst>
        <pc:spChg chg="mod">
          <ac:chgData name="Ruud Das" userId="bd6ffd83-6ae1-44a3-baa7-5fcaec22653f" providerId="ADAL" clId="{730AD69C-F15C-4D90-A589-D2D69E5ADFE1}" dt="2026-02-05T12:41:16.680" v="0" actId="20577"/>
          <ac:spMkLst>
            <pc:docMk/>
            <pc:sldMk cId="1233952743" sldId="267"/>
            <ac:spMk id="4" creationId="{C7339E2D-730B-BC89-07FE-A202EEE0ECA7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HP\Desktop\Book1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/>
              <a:t>Oxy Comparisson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Sheet1!$B$2</c:f>
              <c:strCache>
                <c:ptCount val="1"/>
                <c:pt idx="0">
                  <c:v>Red Machine</c:v>
                </c:pt>
              </c:strCache>
            </c:strRef>
          </c:tx>
          <c:spPr>
            <a:ln w="19050" cap="rnd">
              <a:solidFill>
                <a:srgbClr val="FF000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Sheet1!$A$3:$A$6</c:f>
              <c:numCache>
                <c:formatCode>General</c:formatCode>
                <c:ptCount val="4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50</c:v>
                </c:pt>
              </c:numCache>
            </c:numRef>
          </c:xVal>
          <c:yVal>
            <c:numRef>
              <c:f>Sheet1!$B$3:$B$6</c:f>
              <c:numCache>
                <c:formatCode>General</c:formatCode>
                <c:ptCount val="4"/>
                <c:pt idx="0">
                  <c:v>0</c:v>
                </c:pt>
                <c:pt idx="1">
                  <c:v>6.09</c:v>
                </c:pt>
                <c:pt idx="2">
                  <c:v>12.61</c:v>
                </c:pt>
                <c:pt idx="3">
                  <c:v>31.75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621-447F-A421-85647D87C8F2}"/>
            </c:ext>
          </c:extLst>
        </c:ser>
        <c:ser>
          <c:idx val="1"/>
          <c:order val="1"/>
          <c:tx>
            <c:strRef>
              <c:f>Sheet1!$C$2</c:f>
              <c:strCache>
                <c:ptCount val="1"/>
                <c:pt idx="0">
                  <c:v>New Oxy 1 (Next Batch)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Sheet1!$A$3:$A$6</c:f>
              <c:numCache>
                <c:formatCode>General</c:formatCode>
                <c:ptCount val="4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50</c:v>
                </c:pt>
              </c:numCache>
            </c:numRef>
          </c:xVal>
          <c:yVal>
            <c:numRef>
              <c:f>Sheet1!$C$3:$C$6</c:f>
              <c:numCache>
                <c:formatCode>General</c:formatCode>
                <c:ptCount val="4"/>
                <c:pt idx="0">
                  <c:v>0</c:v>
                </c:pt>
                <c:pt idx="1">
                  <c:v>51</c:v>
                </c:pt>
                <c:pt idx="2">
                  <c:v>104</c:v>
                </c:pt>
                <c:pt idx="3">
                  <c:v>250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2621-447F-A421-85647D87C8F2}"/>
            </c:ext>
          </c:extLst>
        </c:ser>
        <c:ser>
          <c:idx val="2"/>
          <c:order val="2"/>
          <c:tx>
            <c:strRef>
              <c:f>Sheet1!$D$2</c:f>
              <c:strCache>
                <c:ptCount val="1"/>
                <c:pt idx="0">
                  <c:v>Oxy 2 (001 Alph)</c:v>
                </c:pt>
              </c:strCache>
            </c:strRef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Sheet1!$A$3:$A$6</c:f>
              <c:numCache>
                <c:formatCode>General</c:formatCode>
                <c:ptCount val="4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50</c:v>
                </c:pt>
              </c:numCache>
            </c:numRef>
          </c:xVal>
          <c:yVal>
            <c:numRef>
              <c:f>Sheet1!$D$3:$D$6</c:f>
              <c:numCache>
                <c:formatCode>General</c:formatCode>
                <c:ptCount val="4"/>
                <c:pt idx="0">
                  <c:v>0</c:v>
                </c:pt>
                <c:pt idx="1">
                  <c:v>43</c:v>
                </c:pt>
                <c:pt idx="2">
                  <c:v>86</c:v>
                </c:pt>
                <c:pt idx="3">
                  <c:v>200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2621-447F-A421-85647D87C8F2}"/>
            </c:ext>
          </c:extLst>
        </c:ser>
        <c:ser>
          <c:idx val="3"/>
          <c:order val="3"/>
          <c:tx>
            <c:strRef>
              <c:f>Sheet1!$E$2</c:f>
              <c:strCache>
                <c:ptCount val="1"/>
                <c:pt idx="0">
                  <c:v>New Oxy 2 (Next Batch)</c:v>
                </c:pt>
              </c:strCache>
            </c:strRef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xVal>
            <c:numRef>
              <c:f>Sheet1!$A$3:$A$6</c:f>
              <c:numCache>
                <c:formatCode>General</c:formatCode>
                <c:ptCount val="4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50</c:v>
                </c:pt>
              </c:numCache>
            </c:numRef>
          </c:xVal>
          <c:yVal>
            <c:numRef>
              <c:f>Sheet1!$E$3:$E$6</c:f>
              <c:numCache>
                <c:formatCode>General</c:formatCode>
                <c:ptCount val="4"/>
                <c:pt idx="0">
                  <c:v>0</c:v>
                </c:pt>
                <c:pt idx="1">
                  <c:v>45</c:v>
                </c:pt>
                <c:pt idx="2">
                  <c:v>88</c:v>
                </c:pt>
                <c:pt idx="3">
                  <c:v>205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2621-447F-A421-85647D87C8F2}"/>
            </c:ext>
          </c:extLst>
        </c:ser>
        <c:ser>
          <c:idx val="4"/>
          <c:order val="4"/>
          <c:tx>
            <c:strRef>
              <c:f>Sheet1!$F$2</c:f>
              <c:strCache>
                <c:ptCount val="1"/>
                <c:pt idx="0">
                  <c:v>New Oxy 2 Overturn 1/4</c:v>
                </c:pt>
              </c:strCache>
            </c:strRef>
          </c:tx>
          <c:spPr>
            <a:ln w="19050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xVal>
            <c:numRef>
              <c:f>Sheet1!$A$3:$A$6</c:f>
              <c:numCache>
                <c:formatCode>General</c:formatCode>
                <c:ptCount val="4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50</c:v>
                </c:pt>
              </c:numCache>
            </c:numRef>
          </c:xVal>
          <c:yVal>
            <c:numRef>
              <c:f>Sheet1!$F$3:$F$6</c:f>
              <c:numCache>
                <c:formatCode>General</c:formatCode>
                <c:ptCount val="4"/>
                <c:pt idx="0">
                  <c:v>0</c:v>
                </c:pt>
                <c:pt idx="1">
                  <c:v>57</c:v>
                </c:pt>
                <c:pt idx="2">
                  <c:v>125</c:v>
                </c:pt>
                <c:pt idx="3">
                  <c:v>330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2621-447F-A421-85647D87C8F2}"/>
            </c:ext>
          </c:extLst>
        </c:ser>
        <c:ser>
          <c:idx val="5"/>
          <c:order val="5"/>
          <c:tx>
            <c:strRef>
              <c:f>Sheet1!$G$2</c:f>
              <c:strCache>
                <c:ptCount val="1"/>
                <c:pt idx="0">
                  <c:v>Oxy 2 1/4 Overturn</c:v>
                </c:pt>
              </c:strCache>
            </c:strRef>
          </c:tx>
          <c:spPr>
            <a:ln w="19050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xVal>
            <c:numRef>
              <c:f>Sheet1!$A$3:$A$6</c:f>
              <c:numCache>
                <c:formatCode>General</c:formatCode>
                <c:ptCount val="4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50</c:v>
                </c:pt>
              </c:numCache>
            </c:numRef>
          </c:xVal>
          <c:yVal>
            <c:numRef>
              <c:f>Sheet1!$G$3:$G$6</c:f>
              <c:numCache>
                <c:formatCode>General</c:formatCode>
                <c:ptCount val="4"/>
                <c:pt idx="0">
                  <c:v>0</c:v>
                </c:pt>
                <c:pt idx="1">
                  <c:v>58</c:v>
                </c:pt>
                <c:pt idx="2">
                  <c:v>120</c:v>
                </c:pt>
                <c:pt idx="3">
                  <c:v>320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2621-447F-A421-85647D87C8F2}"/>
            </c:ext>
          </c:extLst>
        </c:ser>
        <c:ser>
          <c:idx val="6"/>
          <c:order val="6"/>
          <c:tx>
            <c:strRef>
              <c:f>Sheet1!$H$2</c:f>
              <c:strCache>
                <c:ptCount val="1"/>
                <c:pt idx="0">
                  <c:v>Without Oxy</c:v>
                </c:pt>
              </c:strCache>
            </c:strRef>
          </c:tx>
          <c:spPr>
            <a:ln w="19050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60000"/>
                </a:schemeClr>
              </a:solidFill>
              <a:ln w="9525">
                <a:solidFill>
                  <a:schemeClr val="accent1">
                    <a:lumMod val="60000"/>
                  </a:schemeClr>
                </a:solidFill>
              </a:ln>
              <a:effectLst/>
            </c:spPr>
          </c:marker>
          <c:xVal>
            <c:numRef>
              <c:f>Sheet1!$A$3:$A$6</c:f>
              <c:numCache>
                <c:formatCode>General</c:formatCode>
                <c:ptCount val="4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50</c:v>
                </c:pt>
              </c:numCache>
            </c:numRef>
          </c:xVal>
          <c:yVal>
            <c:numRef>
              <c:f>Sheet1!$H$3:$H$6</c:f>
              <c:numCache>
                <c:formatCode>General</c:formatCode>
                <c:ptCount val="4"/>
                <c:pt idx="0">
                  <c:v>0</c:v>
                </c:pt>
                <c:pt idx="1">
                  <c:v>62</c:v>
                </c:pt>
                <c:pt idx="2">
                  <c:v>129</c:v>
                </c:pt>
                <c:pt idx="3">
                  <c:v>362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6-2621-447F-A421-85647D87C8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88184848"/>
        <c:axId val="1283822944"/>
      </c:scatterChart>
      <c:valAx>
        <c:axId val="138818484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/>
                  <a:t>flow [ml/min]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283822944"/>
        <c:crosses val="autoZero"/>
        <c:crossBetween val="midCat"/>
      </c:valAx>
      <c:valAx>
        <c:axId val="12838229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/>
                  <a:t>pressure [mbar]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388184848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3E9653-2974-4B4A-B335-0A779C1FD767}" type="datetimeFigureOut">
              <a:rPr lang="nl-NL" smtClean="0"/>
              <a:t>5-2-2026</a:t>
            </a:fld>
            <a:endParaRPr lang="nl-NL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A8BCCB-5DED-4D1E-BFE8-3C6540FD9AC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468116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E2DDE-584E-4671-8000-DFEADB5AD2C0}" type="datetimeFigureOut">
              <a:rPr lang="nl-NL" smtClean="0"/>
              <a:t>5-2-2026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6F448F-C6EB-46CA-8395-F146ED46821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27187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eldia">
    <p:bg>
      <p:bgPr>
        <a:solidFill>
          <a:srgbClr val="38B6A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pour une image  8"/>
          <p:cNvSpPr>
            <a:spLocks noGrp="1"/>
          </p:cNvSpPr>
          <p:nvPr>
            <p:ph type="pic" sz="quarter" idx="19"/>
          </p:nvPr>
        </p:nvSpPr>
        <p:spPr bwMode="gray">
          <a:xfrm>
            <a:off x="323981" y="1224252"/>
            <a:ext cx="3600000" cy="360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1044000" bIns="0" anchor="ctr" anchorCtr="0"/>
          <a:lstStyle>
            <a:lvl1pPr marL="0" indent="0" algn="ctr">
              <a:spcAft>
                <a:spcPts val="0"/>
              </a:spcAft>
              <a:buNone/>
              <a:defRPr sz="1100" b="0" baseline="0"/>
            </a:lvl1pPr>
          </a:lstStyle>
          <a:p>
            <a:pPr lvl="0"/>
            <a:r>
              <a:rPr lang="en-US" noProof="0"/>
              <a:t>Click icon to add picture</a:t>
            </a:r>
            <a:endParaRPr lang="nl-NL" noProof="0" dirty="0"/>
          </a:p>
        </p:txBody>
      </p:sp>
      <p:sp>
        <p:nvSpPr>
          <p:cNvPr id="8" name="Title 15"/>
          <p:cNvSpPr>
            <a:spLocks noGrp="1"/>
          </p:cNvSpPr>
          <p:nvPr>
            <p:ph type="title" hasCustomPrompt="1"/>
          </p:nvPr>
        </p:nvSpPr>
        <p:spPr>
          <a:xfrm>
            <a:off x="4329205" y="2046514"/>
            <a:ext cx="7153230" cy="228000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400" cap="none" baseline="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 dirty="0"/>
              <a:t>Title of your presentation</a:t>
            </a:r>
            <a:endParaRPr lang="nl-NL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4329205" y="4346656"/>
            <a:ext cx="7153230" cy="11298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800" b="1" cap="all" spc="100" baseline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09486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-1" y="0"/>
            <a:ext cx="1219883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251157" y="5024846"/>
            <a:ext cx="7153230" cy="10119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800" b="1" cap="all" spc="100" baseline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author</a:t>
            </a:r>
            <a:endParaRPr lang="nl-NL" dirty="0"/>
          </a:p>
        </p:txBody>
      </p:sp>
      <p:sp>
        <p:nvSpPr>
          <p:cNvPr id="10" name="Title 15"/>
          <p:cNvSpPr>
            <a:spLocks noGrp="1"/>
          </p:cNvSpPr>
          <p:nvPr>
            <p:ph type="title" hasCustomPrompt="1"/>
          </p:nvPr>
        </p:nvSpPr>
        <p:spPr>
          <a:xfrm>
            <a:off x="4261182" y="3627072"/>
            <a:ext cx="7755266" cy="138875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400" cap="none" baseline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 of your presentation</a:t>
            </a:r>
            <a:endParaRPr lang="nl-NL" dirty="0"/>
          </a:p>
        </p:txBody>
      </p:sp>
      <p:sp>
        <p:nvSpPr>
          <p:cNvPr id="7" name="Espace réservé pour une image  8"/>
          <p:cNvSpPr>
            <a:spLocks noGrp="1"/>
          </p:cNvSpPr>
          <p:nvPr>
            <p:ph type="pic" sz="quarter" idx="19"/>
          </p:nvPr>
        </p:nvSpPr>
        <p:spPr bwMode="gray">
          <a:xfrm>
            <a:off x="-1" y="0"/>
            <a:ext cx="3600000" cy="360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1044000" bIns="0" anchor="ctr" anchorCtr="0"/>
          <a:lstStyle>
            <a:lvl1pPr marL="0" indent="0" algn="ctr">
              <a:spcAft>
                <a:spcPts val="0"/>
              </a:spcAft>
              <a:buNone/>
              <a:defRPr sz="1100" b="0" baseline="0"/>
            </a:lvl1pPr>
          </a:lstStyle>
          <a:p>
            <a:pPr lvl="0"/>
            <a:r>
              <a:rPr lang="en-US" noProof="0"/>
              <a:t>Click icon to add picture</a:t>
            </a:r>
            <a:endParaRPr lang="nl-NL" noProof="0" dirty="0"/>
          </a:p>
        </p:txBody>
      </p:sp>
      <p:sp>
        <p:nvSpPr>
          <p:cNvPr id="11" name="Espace réservé pour une image  8"/>
          <p:cNvSpPr>
            <a:spLocks noGrp="1"/>
          </p:cNvSpPr>
          <p:nvPr>
            <p:ph type="pic" sz="quarter" idx="20"/>
          </p:nvPr>
        </p:nvSpPr>
        <p:spPr bwMode="gray">
          <a:xfrm>
            <a:off x="8592000" y="0"/>
            <a:ext cx="3600000" cy="360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1044000" bIns="0" anchor="ctr" anchorCtr="0"/>
          <a:lstStyle>
            <a:lvl1pPr marL="0" indent="0" algn="ctr">
              <a:spcAft>
                <a:spcPts val="0"/>
              </a:spcAft>
              <a:buNone/>
              <a:defRPr sz="1100" b="0" baseline="0"/>
            </a:lvl1pPr>
          </a:lstStyle>
          <a:p>
            <a:pPr lvl="0"/>
            <a:r>
              <a:rPr lang="en-US" noProof="0"/>
              <a:t>Click icon to add picture</a:t>
            </a:r>
            <a:endParaRPr lang="nl-NL" noProof="0" dirty="0"/>
          </a:p>
        </p:txBody>
      </p:sp>
      <p:sp>
        <p:nvSpPr>
          <p:cNvPr id="12" name="Espace réservé pour une image  8"/>
          <p:cNvSpPr>
            <a:spLocks noGrp="1"/>
          </p:cNvSpPr>
          <p:nvPr>
            <p:ph type="pic" sz="quarter" idx="21"/>
          </p:nvPr>
        </p:nvSpPr>
        <p:spPr bwMode="gray">
          <a:xfrm>
            <a:off x="4261182" y="0"/>
            <a:ext cx="3600000" cy="360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1044000" bIns="0" anchor="ctr" anchorCtr="0"/>
          <a:lstStyle>
            <a:lvl1pPr marL="0" indent="0" algn="ctr">
              <a:spcAft>
                <a:spcPts val="0"/>
              </a:spcAft>
              <a:buNone/>
              <a:defRPr sz="1100" b="0" baseline="0"/>
            </a:lvl1pPr>
          </a:lstStyle>
          <a:p>
            <a:pPr lvl="0"/>
            <a:r>
              <a:rPr lang="en-US" noProof="0"/>
              <a:t>Click icon to add picture</a:t>
            </a:r>
            <a:endParaRPr lang="nl-NL" noProof="0" dirty="0"/>
          </a:p>
        </p:txBody>
      </p:sp>
      <p:pic>
        <p:nvPicPr>
          <p:cNvPr id="19" name="Picture 18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0000" y="6120000"/>
            <a:ext cx="3179782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51370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dia">
    <p:bg>
      <p:bgPr>
        <a:solidFill>
          <a:srgbClr val="38B6A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38074" y="5068389"/>
            <a:ext cx="7153230" cy="11298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800" b="1" cap="all" spc="100" baseline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author</a:t>
            </a:r>
            <a:endParaRPr lang="nl-NL" dirty="0"/>
          </a:p>
        </p:txBody>
      </p:sp>
      <p:sp>
        <p:nvSpPr>
          <p:cNvPr id="16" name="Title 15"/>
          <p:cNvSpPr>
            <a:spLocks noGrp="1"/>
          </p:cNvSpPr>
          <p:nvPr>
            <p:ph type="title" hasCustomPrompt="1"/>
          </p:nvPr>
        </p:nvSpPr>
        <p:spPr>
          <a:xfrm>
            <a:off x="3838074" y="3600000"/>
            <a:ext cx="7755266" cy="146838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400" cap="none" baseline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 of your presentation</a:t>
            </a:r>
            <a:endParaRPr lang="nl-NL" dirty="0"/>
          </a:p>
        </p:txBody>
      </p:sp>
      <p:sp>
        <p:nvSpPr>
          <p:cNvPr id="14" name="Espace réservé pour une image  8"/>
          <p:cNvSpPr>
            <a:spLocks noGrp="1"/>
          </p:cNvSpPr>
          <p:nvPr>
            <p:ph type="pic" sz="quarter" idx="18"/>
          </p:nvPr>
        </p:nvSpPr>
        <p:spPr bwMode="gray">
          <a:xfrm>
            <a:off x="0" y="0"/>
            <a:ext cx="12191999" cy="360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1044000" bIns="0" anchor="ctr" anchorCtr="0"/>
          <a:lstStyle>
            <a:lvl1pPr marL="0" indent="0" algn="ctr">
              <a:spcAft>
                <a:spcPts val="0"/>
              </a:spcAft>
              <a:buNone/>
              <a:defRPr sz="1100" b="0" baseline="0"/>
            </a:lvl1pPr>
          </a:lstStyle>
          <a:p>
            <a:pPr lvl="0"/>
            <a:r>
              <a:rPr lang="en-US" noProof="0"/>
              <a:t>Click icon to add picture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517140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eldia">
    <p:bg>
      <p:bgPr>
        <a:solidFill>
          <a:srgbClr val="38B6A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42750" y="3272780"/>
            <a:ext cx="6896143" cy="17526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800" b="1" cap="all" spc="100" baseline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author</a:t>
            </a:r>
            <a:endParaRPr lang="nl-NL" dirty="0"/>
          </a:p>
        </p:txBody>
      </p:sp>
      <p:sp>
        <p:nvSpPr>
          <p:cNvPr id="16" name="Title 15"/>
          <p:cNvSpPr>
            <a:spLocks noGrp="1"/>
          </p:cNvSpPr>
          <p:nvPr>
            <p:ph type="title" hasCustomPrompt="1"/>
          </p:nvPr>
        </p:nvSpPr>
        <p:spPr>
          <a:xfrm>
            <a:off x="942750" y="992777"/>
            <a:ext cx="4135526" cy="228000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400" cap="none" baseline="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 dirty="0"/>
              <a:t>Title of your presentation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066860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voor 1 pro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pour une image  8"/>
          <p:cNvSpPr>
            <a:spLocks noGrp="1"/>
          </p:cNvSpPr>
          <p:nvPr>
            <p:ph type="pic" sz="quarter" idx="18"/>
          </p:nvPr>
        </p:nvSpPr>
        <p:spPr bwMode="gray">
          <a:xfrm>
            <a:off x="0" y="-2"/>
            <a:ext cx="12192000" cy="685800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tIns="1044000" bIns="0" anchor="ctr" anchorCtr="0"/>
          <a:lstStyle>
            <a:lvl1pPr marL="0" indent="0" algn="ctr">
              <a:spcAft>
                <a:spcPts val="0"/>
              </a:spcAft>
              <a:buNone/>
              <a:defRPr sz="1100" b="0" baseline="0"/>
            </a:lvl1pPr>
          </a:lstStyle>
          <a:p>
            <a:pPr lvl="0"/>
            <a:r>
              <a:rPr lang="en-US" noProof="0"/>
              <a:t>Click icon to add picture</a:t>
            </a:r>
            <a:endParaRPr lang="nl-NL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2725" y="3395399"/>
            <a:ext cx="10283691" cy="17526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>
                    <a:lumMod val="85000"/>
                  </a:schemeClr>
                </a:solidFill>
                <a:latin typeface="Calibri Light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>
          <a:xfrm>
            <a:off x="608508" y="3356992"/>
            <a:ext cx="10972800" cy="792088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4000" cap="all" baseline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pic>
        <p:nvPicPr>
          <p:cNvPr id="13" name="Picture 1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0000" y="6120000"/>
            <a:ext cx="3179782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221062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Aangepaste inde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baseline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itle 15"/>
          <p:cNvSpPr>
            <a:spLocks noGrp="1"/>
          </p:cNvSpPr>
          <p:nvPr>
            <p:ph type="title" hasCustomPrompt="1"/>
          </p:nvPr>
        </p:nvSpPr>
        <p:spPr>
          <a:xfrm>
            <a:off x="942750" y="992777"/>
            <a:ext cx="4135526" cy="228000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400" cap="none" baseline="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 dirty="0"/>
              <a:t>Title of your presentation</a:t>
            </a:r>
            <a:endParaRPr lang="nl-NL" dirty="0"/>
          </a:p>
        </p:txBody>
      </p:sp>
      <p:sp>
        <p:nvSpPr>
          <p:cNvPr id="19" name="Subtitle 2"/>
          <p:cNvSpPr txBox="1">
            <a:spLocks/>
          </p:cNvSpPr>
          <p:nvPr userDrawn="1"/>
        </p:nvSpPr>
        <p:spPr>
          <a:xfrm>
            <a:off x="6411587" y="5887940"/>
            <a:ext cx="5578764" cy="51030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dirty="0"/>
              <a:t>IMAGINE</a:t>
            </a:r>
            <a:r>
              <a:rPr lang="en-US" sz="1400" baseline="0" dirty="0"/>
              <a:t> TOMORROW. CHALLENGE TODAY</a:t>
            </a:r>
            <a:endParaRPr lang="nl-NL" sz="1400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3"/>
          </p:nvPr>
        </p:nvSpPr>
        <p:spPr>
          <a:xfrm>
            <a:off x="942750" y="3289901"/>
            <a:ext cx="5070475" cy="1751656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800" b="1" kern="1200" cap="all" baseline="0" dirty="0" smtClean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/>
              <a:t>Click to edit Master text styles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/>
              <a:t>Second level</a:t>
            </a:r>
          </a:p>
        </p:txBody>
      </p:sp>
      <p:pic>
        <p:nvPicPr>
          <p:cNvPr id="12" name="Picture 11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0000" y="6120000"/>
            <a:ext cx="3179782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563826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Aangepaste inde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5"/>
          <p:cNvSpPr>
            <a:spLocks noGrp="1"/>
          </p:cNvSpPr>
          <p:nvPr>
            <p:ph type="title" hasCustomPrompt="1"/>
          </p:nvPr>
        </p:nvSpPr>
        <p:spPr>
          <a:xfrm>
            <a:off x="942750" y="992777"/>
            <a:ext cx="4135526" cy="228000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400" cap="none" baseline="0">
                <a:solidFill>
                  <a:srgbClr val="1961AC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 dirty="0"/>
              <a:t>Title of your presentation</a:t>
            </a:r>
            <a:endParaRPr lang="nl-NL" dirty="0"/>
          </a:p>
        </p:txBody>
      </p:sp>
      <p:sp>
        <p:nvSpPr>
          <p:cNvPr id="19" name="Subtitle 2"/>
          <p:cNvSpPr txBox="1">
            <a:spLocks/>
          </p:cNvSpPr>
          <p:nvPr userDrawn="1"/>
        </p:nvSpPr>
        <p:spPr>
          <a:xfrm>
            <a:off x="6411587" y="5887940"/>
            <a:ext cx="5578764" cy="51030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dirty="0">
                <a:solidFill>
                  <a:srgbClr val="1961AC"/>
                </a:solidFill>
              </a:rPr>
              <a:t>IMAGINE</a:t>
            </a:r>
            <a:r>
              <a:rPr lang="en-US" sz="1400" baseline="0" dirty="0">
                <a:solidFill>
                  <a:srgbClr val="1961AC"/>
                </a:solidFill>
              </a:rPr>
              <a:t> TOMORROW. CHALLENGE TODAY</a:t>
            </a:r>
            <a:endParaRPr lang="nl-NL" sz="1400" dirty="0">
              <a:solidFill>
                <a:srgbClr val="1961AC"/>
              </a:solidFill>
            </a:endParaRP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3"/>
          </p:nvPr>
        </p:nvSpPr>
        <p:spPr>
          <a:xfrm>
            <a:off x="942750" y="3289901"/>
            <a:ext cx="5070475" cy="1751656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800" b="1" kern="1200" cap="all" baseline="0" dirty="0" smtClean="0">
                <a:solidFill>
                  <a:srgbClr val="1961AC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defRPr>
                <a:solidFill>
                  <a:srgbClr val="1961AC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/>
              <a:t>Click to edit Master text styles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/>
              <a:t>Second level</a:t>
            </a:r>
          </a:p>
        </p:txBody>
      </p:sp>
      <p:pic>
        <p:nvPicPr>
          <p:cNvPr id="10" name="Picture 9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0000" y="6120000"/>
            <a:ext cx="3179782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562810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angepaste inde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619366" y="3064547"/>
            <a:ext cx="10283691" cy="17526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1" cap="all" spc="100" baseline="0">
                <a:solidFill>
                  <a:schemeClr val="bg1">
                    <a:lumMod val="8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8" name="Title 15"/>
          <p:cNvSpPr>
            <a:spLocks noGrp="1"/>
          </p:cNvSpPr>
          <p:nvPr>
            <p:ph type="title" hasCustomPrompt="1"/>
          </p:nvPr>
        </p:nvSpPr>
        <p:spPr>
          <a:xfrm>
            <a:off x="621900" y="2251004"/>
            <a:ext cx="10972800" cy="792088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4000" cap="none" spc="100" baseline="0">
                <a:solidFill>
                  <a:schemeClr val="bg1"/>
                </a:solidFill>
                <a:latin typeface="Georgia" panose="02040502050405020303" pitchFamily="18" charset="0"/>
                <a:cs typeface="Calibri" panose="020F0502020204030204" pitchFamily="34" charset="0"/>
              </a:defRPr>
            </a:lvl1pPr>
          </a:lstStyle>
          <a:p>
            <a:r>
              <a:rPr lang="nl-NL" dirty="0"/>
              <a:t>Klik om de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2059498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/>
          <p:cNvSpPr>
            <a:spLocks noGrp="1"/>
          </p:cNvSpPr>
          <p:nvPr>
            <p:ph type="subTitle" idx="13"/>
          </p:nvPr>
        </p:nvSpPr>
        <p:spPr>
          <a:xfrm>
            <a:off x="619844" y="672022"/>
            <a:ext cx="10283691" cy="17526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spc="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5" name="Subtitle 2"/>
          <p:cNvSpPr txBox="1">
            <a:spLocks/>
          </p:cNvSpPr>
          <p:nvPr userDrawn="1"/>
        </p:nvSpPr>
        <p:spPr>
          <a:xfrm>
            <a:off x="6411587" y="5887940"/>
            <a:ext cx="5578764" cy="51030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dirty="0"/>
              <a:t>IMAGINE</a:t>
            </a:r>
            <a:r>
              <a:rPr lang="en-US" sz="1400" baseline="0" dirty="0"/>
              <a:t> TOMORROW. CHALLENGE TODAY</a:t>
            </a:r>
            <a:endParaRPr lang="nl-NL" sz="1400" dirty="0"/>
          </a:p>
        </p:txBody>
      </p:sp>
    </p:spTree>
    <p:extLst>
      <p:ext uri="{BB962C8B-B14F-4D97-AF65-F5344CB8AC3E}">
        <p14:creationId xmlns:p14="http://schemas.microsoft.com/office/powerpoint/2010/main" val="2731496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3549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angepaste inde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>
            <a:spLocks noGrp="1"/>
          </p:cNvSpPr>
          <p:nvPr>
            <p:ph type="subTitle" idx="1"/>
          </p:nvPr>
        </p:nvSpPr>
        <p:spPr>
          <a:xfrm>
            <a:off x="619366" y="3064547"/>
            <a:ext cx="10283691" cy="17526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1" cap="all" spc="100" baseline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 dirty="0"/>
              <a:t>Klik om de ondertitelstijl van het model te bewerken</a:t>
            </a:r>
          </a:p>
        </p:txBody>
      </p:sp>
      <p:sp>
        <p:nvSpPr>
          <p:cNvPr id="8" name="Title 15"/>
          <p:cNvSpPr>
            <a:spLocks noGrp="1"/>
          </p:cNvSpPr>
          <p:nvPr>
            <p:ph type="title" hasCustomPrompt="1"/>
          </p:nvPr>
        </p:nvSpPr>
        <p:spPr>
          <a:xfrm>
            <a:off x="621900" y="2251004"/>
            <a:ext cx="10972800" cy="792088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4000" cap="none" spc="100" baseline="0">
                <a:solidFill>
                  <a:schemeClr val="bg1"/>
                </a:solidFill>
                <a:latin typeface="Georgia" panose="02040502050405020303" pitchFamily="18" charset="0"/>
                <a:cs typeface="Calibri" panose="020F0502020204030204" pitchFamily="34" charset="0"/>
              </a:defRPr>
            </a:lvl1pPr>
          </a:lstStyle>
          <a:p>
            <a:r>
              <a:rPr lang="nl-NL" dirty="0"/>
              <a:t>Klik om de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28357313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/>
          <p:cNvSpPr>
            <a:spLocks noGrp="1"/>
          </p:cNvSpPr>
          <p:nvPr>
            <p:ph type="subTitle" idx="13"/>
          </p:nvPr>
        </p:nvSpPr>
        <p:spPr>
          <a:xfrm>
            <a:off x="619844" y="672022"/>
            <a:ext cx="10283691" cy="17526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spc="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 dirty="0"/>
              <a:t>Klik om de ondertitelstijl van het model te bewerken</a:t>
            </a:r>
          </a:p>
        </p:txBody>
      </p:sp>
      <p:sp>
        <p:nvSpPr>
          <p:cNvPr id="4" name="Subtitle 2"/>
          <p:cNvSpPr txBox="1">
            <a:spLocks/>
          </p:cNvSpPr>
          <p:nvPr userDrawn="1"/>
        </p:nvSpPr>
        <p:spPr>
          <a:xfrm>
            <a:off x="6411587" y="5887940"/>
            <a:ext cx="5578764" cy="51030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dirty="0"/>
              <a:t>IMAGINE</a:t>
            </a:r>
            <a:r>
              <a:rPr lang="en-US" sz="1400" baseline="0" dirty="0"/>
              <a:t> TOMORROW. CHALLENGE TODAY</a:t>
            </a:r>
            <a:endParaRPr lang="nl-NL" sz="1400" dirty="0"/>
          </a:p>
        </p:txBody>
      </p:sp>
    </p:spTree>
    <p:extLst>
      <p:ext uri="{BB962C8B-B14F-4D97-AF65-F5344CB8AC3E}">
        <p14:creationId xmlns:p14="http://schemas.microsoft.com/office/powerpoint/2010/main" val="24465686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angepaste inde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06024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angepaste indeling">
    <p:bg>
      <p:bgPr>
        <a:solidFill>
          <a:srgbClr val="EB5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619366" y="3064547"/>
            <a:ext cx="10283691" cy="17526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1" cap="all" spc="100" baseline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 dirty="0"/>
              <a:t>Klik om de ondertitelstijl van het model te bewerken</a:t>
            </a:r>
          </a:p>
        </p:txBody>
      </p:sp>
      <p:sp>
        <p:nvSpPr>
          <p:cNvPr id="9" name="Title 15"/>
          <p:cNvSpPr>
            <a:spLocks noGrp="1"/>
          </p:cNvSpPr>
          <p:nvPr>
            <p:ph type="title" hasCustomPrompt="1"/>
          </p:nvPr>
        </p:nvSpPr>
        <p:spPr>
          <a:xfrm>
            <a:off x="621900" y="2251004"/>
            <a:ext cx="10972800" cy="792088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4000" cap="none" spc="100" baseline="0">
                <a:solidFill>
                  <a:schemeClr val="bg1"/>
                </a:solidFill>
                <a:latin typeface="Georgia" panose="02040502050405020303" pitchFamily="18" charset="0"/>
                <a:cs typeface="Calibri" panose="020F0502020204030204" pitchFamily="34" charset="0"/>
              </a:defRPr>
            </a:lvl1pPr>
          </a:lstStyle>
          <a:p>
            <a:r>
              <a:rPr lang="nl-NL" dirty="0"/>
              <a:t>Klik om de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31093998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e titel en tekst">
    <p:bg>
      <p:bgPr>
        <a:solidFill>
          <a:srgbClr val="EB5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>
            <a:spLocks noGrp="1"/>
          </p:cNvSpPr>
          <p:nvPr>
            <p:ph type="subTitle" idx="13"/>
          </p:nvPr>
        </p:nvSpPr>
        <p:spPr>
          <a:xfrm>
            <a:off x="619844" y="672022"/>
            <a:ext cx="10283691" cy="17526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spc="100" baseline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 dirty="0"/>
              <a:t>Klik om de ondertitelstijl van het model te bewerken</a:t>
            </a:r>
          </a:p>
        </p:txBody>
      </p:sp>
      <p:sp>
        <p:nvSpPr>
          <p:cNvPr id="5" name="Subtitle 2"/>
          <p:cNvSpPr txBox="1">
            <a:spLocks/>
          </p:cNvSpPr>
          <p:nvPr userDrawn="1"/>
        </p:nvSpPr>
        <p:spPr>
          <a:xfrm>
            <a:off x="6411587" y="5887940"/>
            <a:ext cx="5578764" cy="51030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dirty="0"/>
              <a:t>IMAGINE</a:t>
            </a:r>
            <a:r>
              <a:rPr lang="en-US" sz="1400" baseline="0" dirty="0"/>
              <a:t> TOMORROW. CHALLENGE TODAY</a:t>
            </a:r>
            <a:endParaRPr lang="nl-NL" sz="1400" dirty="0"/>
          </a:p>
        </p:txBody>
      </p:sp>
    </p:spTree>
    <p:extLst>
      <p:ext uri="{BB962C8B-B14F-4D97-AF65-F5344CB8AC3E}">
        <p14:creationId xmlns:p14="http://schemas.microsoft.com/office/powerpoint/2010/main" val="23439114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angepaste indeling">
    <p:bg>
      <p:bgPr>
        <a:solidFill>
          <a:srgbClr val="EB5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16201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angepaste indeling">
    <p:bg>
      <p:bgPr>
        <a:solidFill>
          <a:srgbClr val="005B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619366" y="3064547"/>
            <a:ext cx="10283691" cy="17526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1" cap="all" spc="100" baseline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 dirty="0"/>
              <a:t>Klik om de ondertitelstijl van het model te bewerken</a:t>
            </a:r>
          </a:p>
        </p:txBody>
      </p:sp>
      <p:sp>
        <p:nvSpPr>
          <p:cNvPr id="9" name="Title 15"/>
          <p:cNvSpPr>
            <a:spLocks noGrp="1"/>
          </p:cNvSpPr>
          <p:nvPr>
            <p:ph type="title" hasCustomPrompt="1"/>
          </p:nvPr>
        </p:nvSpPr>
        <p:spPr>
          <a:xfrm>
            <a:off x="621900" y="2251004"/>
            <a:ext cx="10972800" cy="792088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4000" cap="none" spc="100" baseline="0">
                <a:solidFill>
                  <a:schemeClr val="bg1"/>
                </a:solidFill>
                <a:latin typeface="Georgia" panose="02040502050405020303" pitchFamily="18" charset="0"/>
                <a:cs typeface="Calibri" panose="020F0502020204030204" pitchFamily="34" charset="0"/>
              </a:defRPr>
            </a:lvl1pPr>
          </a:lstStyle>
          <a:p>
            <a:r>
              <a:rPr lang="nl-NL" dirty="0"/>
              <a:t>Klik om de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35944256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e titel en tekst">
    <p:bg>
      <p:bgPr>
        <a:solidFill>
          <a:srgbClr val="005B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>
            <a:spLocks noGrp="1"/>
          </p:cNvSpPr>
          <p:nvPr>
            <p:ph type="subTitle" idx="13"/>
          </p:nvPr>
        </p:nvSpPr>
        <p:spPr>
          <a:xfrm>
            <a:off x="619844" y="672022"/>
            <a:ext cx="10283691" cy="17526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spc="100" baseline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 dirty="0"/>
              <a:t>Klik om de ondertitelstijl van het model te bewerken</a:t>
            </a:r>
          </a:p>
        </p:txBody>
      </p:sp>
      <p:sp>
        <p:nvSpPr>
          <p:cNvPr id="5" name="Subtitle 2"/>
          <p:cNvSpPr txBox="1">
            <a:spLocks/>
          </p:cNvSpPr>
          <p:nvPr userDrawn="1"/>
        </p:nvSpPr>
        <p:spPr>
          <a:xfrm>
            <a:off x="6411587" y="5887940"/>
            <a:ext cx="5578764" cy="51030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dirty="0"/>
              <a:t>IMAGINE</a:t>
            </a:r>
            <a:r>
              <a:rPr lang="en-US" sz="1400" baseline="0" dirty="0"/>
              <a:t> TOMORROW. CHALLENGE TODAY</a:t>
            </a:r>
            <a:endParaRPr lang="nl-NL" sz="1400" dirty="0"/>
          </a:p>
        </p:txBody>
      </p:sp>
    </p:spTree>
    <p:extLst>
      <p:ext uri="{BB962C8B-B14F-4D97-AF65-F5344CB8AC3E}">
        <p14:creationId xmlns:p14="http://schemas.microsoft.com/office/powerpoint/2010/main" val="6842480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angepaste indeling">
    <p:bg>
      <p:bgPr>
        <a:solidFill>
          <a:srgbClr val="005B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79283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2"/>
            <a:ext cx="12192576" cy="6857678"/>
          </a:xfrm>
          <a:prstGeom prst="rect">
            <a:avLst/>
          </a:prstGeom>
        </p:spPr>
      </p:pic>
      <p:sp>
        <p:nvSpPr>
          <p:cNvPr id="6" name="Slide Number Placeholder 17"/>
          <p:cNvSpPr txBox="1">
            <a:spLocks/>
          </p:cNvSpPr>
          <p:nvPr userDrawn="1"/>
        </p:nvSpPr>
        <p:spPr>
          <a:xfrm>
            <a:off x="11691724" y="6537943"/>
            <a:ext cx="527381" cy="365125"/>
          </a:xfrm>
          <a:prstGeom prst="rect">
            <a:avLst/>
          </a:prstGeom>
        </p:spPr>
        <p:txBody>
          <a:bodyPr/>
          <a:lstStyle>
            <a:defPPr>
              <a:defRPr lang="nl-NL"/>
            </a:defPPr>
            <a:lvl1pPr marL="0" algn="l" defTabSz="914400" rtl="0" eaLnBrk="1" latinLnBrk="0" hangingPunct="1">
              <a:defRPr sz="1200" kern="1200">
                <a:solidFill>
                  <a:srgbClr val="0061AB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EE7185-A582-4542-8FF0-969B3F80C0A5}" type="slidenum">
              <a:rPr lang="nl-NL" sz="1200" smtClean="0">
                <a:solidFill>
                  <a:schemeClr val="bg1"/>
                </a:solidFill>
              </a:rPr>
              <a:pPr/>
              <a:t>‹#›</a:t>
            </a:fld>
            <a:endParaRPr lang="nl-NL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80851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801384" y="365126"/>
            <a:ext cx="10694617" cy="828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0" cap="none" spc="0" baseline="0">
                <a:solidFill>
                  <a:srgbClr val="0060AC"/>
                </a:solidFill>
                <a:latin typeface="Georgia" panose="02040502050405020303" pitchFamily="18" charset="0"/>
              </a:defRPr>
            </a:lvl1pPr>
          </a:lstStyle>
          <a:p>
            <a:r>
              <a:rPr lang="nl-NL" dirty="0"/>
              <a:t>Klik om de stijl te bewerken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1384" y="1309819"/>
            <a:ext cx="10694617" cy="4500000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0060AC"/>
              </a:buClr>
              <a:buFont typeface="Wingdings" panose="05000000000000000000" pitchFamily="2" charset="2"/>
              <a:buChar char="§"/>
              <a:defRPr sz="220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60AC"/>
              </a:buClr>
              <a:buFont typeface="Wingdings" panose="05000000000000000000" pitchFamily="2" charset="2"/>
              <a:buChar char="§"/>
              <a:defRPr sz="2200" spc="100" baseline="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60AC"/>
              </a:buClr>
              <a:defRPr sz="180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60AC"/>
              </a:buClr>
              <a:defRPr baseline="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60AC"/>
              </a:buClr>
              <a:defRPr baseline="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nl-NL" dirty="0"/>
              <a:t>Klik om de modelstijlen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/>
          <p:cNvSpPr>
            <a:spLocks noGrp="1"/>
          </p:cNvSpPr>
          <p:nvPr>
            <p:ph idx="11"/>
          </p:nvPr>
        </p:nvSpPr>
        <p:spPr>
          <a:xfrm>
            <a:off x="801384" y="1309819"/>
            <a:ext cx="5220000" cy="4500000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0060AC"/>
              </a:buClr>
              <a:buFont typeface="Wingdings" panose="05000000000000000000" pitchFamily="2" charset="2"/>
              <a:buChar char="§"/>
              <a:defRPr sz="220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60AC"/>
              </a:buClr>
              <a:buFont typeface="Wingdings" panose="05000000000000000000" pitchFamily="2" charset="2"/>
              <a:buChar char="§"/>
              <a:defRPr sz="2200" spc="100" baseline="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60AC"/>
              </a:buClr>
              <a:defRPr sz="180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60AC"/>
              </a:buClr>
              <a:defRPr baseline="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60AC"/>
              </a:buClr>
              <a:defRPr baseline="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nl-NL" dirty="0"/>
              <a:t>Klik om de modelstijlen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2"/>
          </p:nvPr>
        </p:nvSpPr>
        <p:spPr>
          <a:xfrm>
            <a:off x="6276001" y="1309819"/>
            <a:ext cx="5220000" cy="4500000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0060AC"/>
              </a:buClr>
              <a:buFont typeface="Wingdings" panose="05000000000000000000" pitchFamily="2" charset="2"/>
              <a:buChar char="§"/>
              <a:defRPr sz="220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60AC"/>
              </a:buClr>
              <a:buFont typeface="Wingdings" panose="05000000000000000000" pitchFamily="2" charset="2"/>
              <a:buChar char="§"/>
              <a:defRPr sz="2200" spc="100" baseline="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60AC"/>
              </a:buClr>
              <a:defRPr sz="180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60AC"/>
              </a:buClr>
              <a:defRPr baseline="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60AC"/>
              </a:buClr>
              <a:defRPr baseline="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nl-NL" dirty="0"/>
              <a:t>Klik om de modelstijlen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801384" y="365126"/>
            <a:ext cx="10694617" cy="828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0" cap="none" spc="0" baseline="0">
                <a:solidFill>
                  <a:srgbClr val="0060AC"/>
                </a:solidFill>
                <a:latin typeface="Georgia" panose="02040502050405020303" pitchFamily="18" charset="0"/>
              </a:defRPr>
            </a:lvl1pPr>
          </a:lstStyle>
          <a:p>
            <a:r>
              <a:rPr lang="nl-NL" dirty="0"/>
              <a:t>Klik om de stijl te bewerken</a:t>
            </a:r>
          </a:p>
        </p:txBody>
      </p:sp>
    </p:spTree>
  </p:cSld>
  <p:clrMapOvr>
    <a:masterClrMapping/>
  </p:clrMapOvr>
  <p:hf hd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>
            <p:ph idx="12"/>
          </p:nvPr>
        </p:nvSpPr>
        <p:spPr>
          <a:xfrm>
            <a:off x="8060823" y="1309819"/>
            <a:ext cx="3435178" cy="4500000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0060AC"/>
              </a:buClr>
              <a:buFont typeface="Wingdings" panose="05000000000000000000" pitchFamily="2" charset="2"/>
              <a:buChar char="§"/>
              <a:defRPr sz="220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60AC"/>
              </a:buClr>
              <a:buFont typeface="Wingdings" panose="05000000000000000000" pitchFamily="2" charset="2"/>
              <a:buChar char="§"/>
              <a:defRPr sz="2200" spc="100" baseline="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60AC"/>
              </a:buClr>
              <a:defRPr sz="180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60AC"/>
              </a:buClr>
              <a:defRPr baseline="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60AC"/>
              </a:buClr>
              <a:defRPr baseline="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nl-NL" dirty="0"/>
              <a:t>Klik om de modelstijlen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3"/>
          </p:nvPr>
        </p:nvSpPr>
        <p:spPr>
          <a:xfrm>
            <a:off x="4431103" y="1309819"/>
            <a:ext cx="3435178" cy="4500000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0060AC"/>
              </a:buClr>
              <a:buFont typeface="Wingdings" panose="05000000000000000000" pitchFamily="2" charset="2"/>
              <a:buChar char="§"/>
              <a:defRPr sz="220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60AC"/>
              </a:buClr>
              <a:buFont typeface="Wingdings" panose="05000000000000000000" pitchFamily="2" charset="2"/>
              <a:buChar char="§"/>
              <a:defRPr sz="2200" spc="100" baseline="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60AC"/>
              </a:buClr>
              <a:defRPr sz="180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60AC"/>
              </a:buClr>
              <a:defRPr baseline="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60AC"/>
              </a:buClr>
              <a:defRPr baseline="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nl-NL" dirty="0"/>
              <a:t>Klik om de modelstijlen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4"/>
          </p:nvPr>
        </p:nvSpPr>
        <p:spPr>
          <a:xfrm>
            <a:off x="801384" y="1309819"/>
            <a:ext cx="3435178" cy="4500000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0060AC"/>
              </a:buClr>
              <a:buFont typeface="Wingdings" panose="05000000000000000000" pitchFamily="2" charset="2"/>
              <a:buChar char="§"/>
              <a:defRPr sz="220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60AC"/>
              </a:buClr>
              <a:buFont typeface="Wingdings" panose="05000000000000000000" pitchFamily="2" charset="2"/>
              <a:buChar char="§"/>
              <a:defRPr sz="2200" spc="100" baseline="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60AC"/>
              </a:buClr>
              <a:defRPr sz="180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60AC"/>
              </a:buClr>
              <a:defRPr baseline="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60AC"/>
              </a:buClr>
              <a:defRPr baseline="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nl-NL" dirty="0"/>
              <a:t>Klik om de modelstijlen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801384" y="365126"/>
            <a:ext cx="10694617" cy="828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0" cap="none" spc="0" baseline="0">
                <a:solidFill>
                  <a:srgbClr val="0060AC"/>
                </a:solidFill>
                <a:latin typeface="Georgia" panose="02040502050405020303" pitchFamily="18" charset="0"/>
              </a:defRPr>
            </a:lvl1pPr>
          </a:lstStyle>
          <a:p>
            <a:r>
              <a:rPr lang="nl-NL" dirty="0"/>
              <a:t>Klik om de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146953391"/>
      </p:ext>
    </p:extLst>
  </p:cSld>
  <p:clrMapOvr>
    <a:masterClrMapping/>
  </p:clrMapOvr>
  <p:hf hd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/>
          <p:cNvSpPr>
            <a:spLocks noGrp="1"/>
          </p:cNvSpPr>
          <p:nvPr>
            <p:ph idx="11"/>
          </p:nvPr>
        </p:nvSpPr>
        <p:spPr>
          <a:xfrm>
            <a:off x="801384" y="1309818"/>
            <a:ext cx="5220000" cy="2160000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0060AC"/>
              </a:buClr>
              <a:buFont typeface="Wingdings" panose="05000000000000000000" pitchFamily="2" charset="2"/>
              <a:buChar char="§"/>
              <a:defRPr sz="220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60AC"/>
              </a:buClr>
              <a:buFont typeface="Wingdings" panose="05000000000000000000" pitchFamily="2" charset="2"/>
              <a:buChar char="§"/>
              <a:defRPr sz="2200" spc="100" baseline="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60AC"/>
              </a:buClr>
              <a:defRPr sz="180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60AC"/>
              </a:buClr>
              <a:defRPr baseline="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60AC"/>
              </a:buClr>
              <a:defRPr baseline="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nl-NL" dirty="0"/>
              <a:t>Klik om de modelstijlen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3"/>
          </p:nvPr>
        </p:nvSpPr>
        <p:spPr>
          <a:xfrm>
            <a:off x="801384" y="3649819"/>
            <a:ext cx="5220000" cy="2160000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0060AC"/>
              </a:buClr>
              <a:buFont typeface="Wingdings" panose="05000000000000000000" pitchFamily="2" charset="2"/>
              <a:buChar char="§"/>
              <a:defRPr sz="220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60AC"/>
              </a:buClr>
              <a:buFont typeface="Wingdings" panose="05000000000000000000" pitchFamily="2" charset="2"/>
              <a:buChar char="§"/>
              <a:defRPr sz="2200" spc="100" baseline="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60AC"/>
              </a:buClr>
              <a:defRPr sz="180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60AC"/>
              </a:buClr>
              <a:defRPr baseline="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60AC"/>
              </a:buClr>
              <a:defRPr baseline="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nl-NL" dirty="0"/>
              <a:t>Klik om de modelstijlen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4"/>
          </p:nvPr>
        </p:nvSpPr>
        <p:spPr>
          <a:xfrm>
            <a:off x="6276001" y="1309818"/>
            <a:ext cx="5220000" cy="2160000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0060AC"/>
              </a:buClr>
              <a:buFont typeface="Wingdings" panose="05000000000000000000" pitchFamily="2" charset="2"/>
              <a:buChar char="§"/>
              <a:defRPr sz="220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60AC"/>
              </a:buClr>
              <a:buFont typeface="Wingdings" panose="05000000000000000000" pitchFamily="2" charset="2"/>
              <a:buChar char="§"/>
              <a:defRPr sz="2200" spc="100" baseline="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60AC"/>
              </a:buClr>
              <a:defRPr sz="180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60AC"/>
              </a:buClr>
              <a:defRPr baseline="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60AC"/>
              </a:buClr>
              <a:defRPr baseline="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nl-NL" dirty="0"/>
              <a:t>Klik om de modelstijlen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5"/>
          </p:nvPr>
        </p:nvSpPr>
        <p:spPr>
          <a:xfrm>
            <a:off x="6276001" y="3649819"/>
            <a:ext cx="5220000" cy="2160000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0060AC"/>
              </a:buClr>
              <a:buFont typeface="Wingdings" panose="05000000000000000000" pitchFamily="2" charset="2"/>
              <a:buChar char="§"/>
              <a:defRPr sz="220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60AC"/>
              </a:buClr>
              <a:buFont typeface="Wingdings" panose="05000000000000000000" pitchFamily="2" charset="2"/>
              <a:buChar char="§"/>
              <a:defRPr sz="2200" spc="100" baseline="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60AC"/>
              </a:buClr>
              <a:defRPr sz="180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60AC"/>
              </a:buClr>
              <a:defRPr baseline="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60AC"/>
              </a:buClr>
              <a:defRPr baseline="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nl-NL" dirty="0"/>
              <a:t>Klik om de modelstijlen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801384" y="365126"/>
            <a:ext cx="10694617" cy="828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0" cap="none" spc="0" baseline="0">
                <a:solidFill>
                  <a:srgbClr val="0060AC"/>
                </a:solidFill>
                <a:latin typeface="Georgia" panose="02040502050405020303" pitchFamily="18" charset="0"/>
              </a:defRPr>
            </a:lvl1pPr>
          </a:lstStyle>
          <a:p>
            <a:r>
              <a:rPr lang="nl-NL" dirty="0"/>
              <a:t>Klik om de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3061324571"/>
      </p:ext>
    </p:extLst>
  </p:cSld>
  <p:clrMapOvr>
    <a:masterClrMapping/>
  </p:clrMapOvr>
  <p:hf hd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angepaste inde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pour une image  4"/>
          <p:cNvSpPr>
            <a:spLocks noGrp="1"/>
          </p:cNvSpPr>
          <p:nvPr>
            <p:ph type="pic" sz="quarter" idx="14"/>
          </p:nvPr>
        </p:nvSpPr>
        <p:spPr>
          <a:xfrm>
            <a:off x="6276001" y="1309819"/>
            <a:ext cx="5220000" cy="450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lIns="0" tIns="1044000" rIns="0" bIns="0" anchor="ctr" anchorCtr="0"/>
          <a:lstStyle>
            <a:lvl1pPr marL="0" indent="0" algn="ctr">
              <a:buFontTx/>
              <a:buNone/>
              <a:defRPr sz="1000" b="0"/>
            </a:lvl1pPr>
          </a:lstStyle>
          <a:p>
            <a:pPr lvl="0"/>
            <a:r>
              <a:rPr lang="nl-NL" noProof="0"/>
              <a:t>Klik op het pictogram als u een afbeelding wilt toevoegen</a:t>
            </a:r>
            <a:endParaRPr lang="nl-NL" noProof="0" dirty="0"/>
          </a:p>
        </p:txBody>
      </p:sp>
      <p:sp>
        <p:nvSpPr>
          <p:cNvPr id="13" name="Content Placeholder 2"/>
          <p:cNvSpPr>
            <a:spLocks noGrp="1"/>
          </p:cNvSpPr>
          <p:nvPr>
            <p:ph idx="11"/>
          </p:nvPr>
        </p:nvSpPr>
        <p:spPr>
          <a:xfrm>
            <a:off x="801384" y="1309819"/>
            <a:ext cx="5220000" cy="4500000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0060AC"/>
              </a:buClr>
              <a:buFont typeface="Wingdings" panose="05000000000000000000" pitchFamily="2" charset="2"/>
              <a:buChar char="§"/>
              <a:defRPr sz="220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60AC"/>
              </a:buClr>
              <a:buFont typeface="Wingdings" panose="05000000000000000000" pitchFamily="2" charset="2"/>
              <a:buChar char="§"/>
              <a:defRPr sz="2200" spc="100" baseline="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60AC"/>
              </a:buClr>
              <a:defRPr sz="180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60AC"/>
              </a:buClr>
              <a:defRPr baseline="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60AC"/>
              </a:buClr>
              <a:defRPr baseline="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nl-NL" dirty="0"/>
              <a:t>Klik om de modelstijlen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801384" y="365126"/>
            <a:ext cx="10694617" cy="828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0" cap="none" spc="0" baseline="0">
                <a:solidFill>
                  <a:srgbClr val="0060AC"/>
                </a:solidFill>
                <a:latin typeface="Georgia" panose="02040502050405020303" pitchFamily="18" charset="0"/>
              </a:defRPr>
            </a:lvl1pPr>
          </a:lstStyle>
          <a:p>
            <a:r>
              <a:rPr lang="nl-NL" dirty="0"/>
              <a:t>Klik om de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6191829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Aangepaste inde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pour une image  4"/>
          <p:cNvSpPr>
            <a:spLocks noGrp="1"/>
          </p:cNvSpPr>
          <p:nvPr>
            <p:ph type="pic" sz="quarter" idx="14"/>
          </p:nvPr>
        </p:nvSpPr>
        <p:spPr>
          <a:xfrm>
            <a:off x="6276001" y="1309819"/>
            <a:ext cx="5220000" cy="216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lIns="0" tIns="1044000" rIns="0" bIns="0" anchor="ctr" anchorCtr="0"/>
          <a:lstStyle>
            <a:lvl1pPr marL="0" indent="0" algn="ctr">
              <a:buFontTx/>
              <a:buNone/>
              <a:defRPr sz="1000" b="0"/>
            </a:lvl1pPr>
          </a:lstStyle>
          <a:p>
            <a:pPr lvl="0"/>
            <a:r>
              <a:rPr lang="nl-NL" noProof="0" dirty="0"/>
              <a:t>Klik op het pictogram als u een afbeelding wilt toevoegen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1"/>
          </p:nvPr>
        </p:nvSpPr>
        <p:spPr>
          <a:xfrm>
            <a:off x="801384" y="1309819"/>
            <a:ext cx="5220000" cy="4500000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0060AC"/>
              </a:buClr>
              <a:buFont typeface="Wingdings" panose="05000000000000000000" pitchFamily="2" charset="2"/>
              <a:buChar char="§"/>
              <a:defRPr sz="220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60AC"/>
              </a:buClr>
              <a:buFont typeface="Wingdings" panose="05000000000000000000" pitchFamily="2" charset="2"/>
              <a:buChar char="§"/>
              <a:defRPr sz="2200" spc="100" baseline="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60AC"/>
              </a:buClr>
              <a:defRPr sz="180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60AC"/>
              </a:buClr>
              <a:defRPr baseline="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60AC"/>
              </a:buClr>
              <a:defRPr baseline="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nl-NL" dirty="0"/>
              <a:t>Klik om de modelstijlen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5" name="Espace réservé pour une image  4"/>
          <p:cNvSpPr>
            <a:spLocks noGrp="1"/>
          </p:cNvSpPr>
          <p:nvPr>
            <p:ph type="pic" sz="quarter" idx="15"/>
          </p:nvPr>
        </p:nvSpPr>
        <p:spPr>
          <a:xfrm>
            <a:off x="6276001" y="3649819"/>
            <a:ext cx="5220000" cy="216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lIns="0" tIns="1044000" rIns="0" bIns="0" anchor="ctr" anchorCtr="0"/>
          <a:lstStyle>
            <a:lvl1pPr marL="0" indent="0" algn="ctr">
              <a:buFontTx/>
              <a:buNone/>
              <a:defRPr sz="1000" b="0"/>
            </a:lvl1pPr>
          </a:lstStyle>
          <a:p>
            <a:pPr lvl="0"/>
            <a:r>
              <a:rPr lang="nl-NL" noProof="0" dirty="0"/>
              <a:t>Klik op het pictogram als u een afbeelding wilt toevoegen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801384" y="365126"/>
            <a:ext cx="10694617" cy="828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0" cap="none" spc="0" baseline="0">
                <a:solidFill>
                  <a:srgbClr val="0060AC"/>
                </a:solidFill>
                <a:latin typeface="Georgia" panose="02040502050405020303" pitchFamily="18" charset="0"/>
              </a:defRPr>
            </a:lvl1pPr>
          </a:lstStyle>
          <a:p>
            <a:r>
              <a:rPr lang="nl-NL" dirty="0"/>
              <a:t>Klik om de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36361368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Aangepaste inde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pour une image  4"/>
          <p:cNvSpPr>
            <a:spLocks noGrp="1"/>
          </p:cNvSpPr>
          <p:nvPr>
            <p:ph type="pic" sz="quarter" idx="14"/>
          </p:nvPr>
        </p:nvSpPr>
        <p:spPr>
          <a:xfrm>
            <a:off x="6276001" y="1309819"/>
            <a:ext cx="5220000" cy="216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lIns="0" tIns="1044000" rIns="0" bIns="0" anchor="ctr" anchorCtr="0"/>
          <a:lstStyle>
            <a:lvl1pPr marL="0" indent="0" algn="ctr">
              <a:buFontTx/>
              <a:buNone/>
              <a:defRPr sz="1000" b="0"/>
            </a:lvl1pPr>
          </a:lstStyle>
          <a:p>
            <a:pPr lvl="0"/>
            <a:r>
              <a:rPr lang="nl-NL" noProof="0" dirty="0"/>
              <a:t>Klik op het pictogram als u een afbeelding wilt toevoegen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1"/>
          </p:nvPr>
        </p:nvSpPr>
        <p:spPr>
          <a:xfrm>
            <a:off x="801384" y="1309819"/>
            <a:ext cx="5220000" cy="4500000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0060AC"/>
              </a:buClr>
              <a:buFont typeface="Wingdings" panose="05000000000000000000" pitchFamily="2" charset="2"/>
              <a:buChar char="§"/>
              <a:defRPr sz="220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60AC"/>
              </a:buClr>
              <a:buFont typeface="Wingdings" panose="05000000000000000000" pitchFamily="2" charset="2"/>
              <a:buChar char="§"/>
              <a:defRPr sz="2200" spc="100" baseline="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60AC"/>
              </a:buClr>
              <a:defRPr sz="180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60AC"/>
              </a:buClr>
              <a:defRPr baseline="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60AC"/>
              </a:buClr>
              <a:defRPr baseline="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nl-NL" dirty="0"/>
              <a:t>Klik om de modelstijlen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5" name="Espace réservé pour une image  4"/>
          <p:cNvSpPr>
            <a:spLocks noGrp="1"/>
          </p:cNvSpPr>
          <p:nvPr>
            <p:ph type="pic" sz="quarter" idx="15"/>
          </p:nvPr>
        </p:nvSpPr>
        <p:spPr>
          <a:xfrm>
            <a:off x="6276001" y="3649819"/>
            <a:ext cx="2484000" cy="216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lIns="0" tIns="1044000" rIns="0" bIns="0" anchor="ctr" anchorCtr="0"/>
          <a:lstStyle>
            <a:lvl1pPr marL="0" indent="0" algn="ctr">
              <a:buFontTx/>
              <a:buNone/>
              <a:defRPr sz="1000" b="0"/>
            </a:lvl1pPr>
          </a:lstStyle>
          <a:p>
            <a:pPr lvl="0"/>
            <a:r>
              <a:rPr lang="nl-NL" noProof="0"/>
              <a:t>Klik op het pictogram als u een afbeelding wilt toevoegen</a:t>
            </a:r>
            <a:endParaRPr lang="nl-NL" noProof="0" dirty="0"/>
          </a:p>
        </p:txBody>
      </p:sp>
      <p:sp>
        <p:nvSpPr>
          <p:cNvPr id="7" name="Espace réservé pour une image  4"/>
          <p:cNvSpPr>
            <a:spLocks noGrp="1"/>
          </p:cNvSpPr>
          <p:nvPr>
            <p:ph type="pic" sz="quarter" idx="16"/>
          </p:nvPr>
        </p:nvSpPr>
        <p:spPr>
          <a:xfrm>
            <a:off x="9012001" y="3649819"/>
            <a:ext cx="2484000" cy="216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lIns="0" tIns="1044000" rIns="0" bIns="0" anchor="ctr" anchorCtr="0"/>
          <a:lstStyle>
            <a:lvl1pPr marL="0" indent="0" algn="ctr">
              <a:buFontTx/>
              <a:buNone/>
              <a:defRPr sz="1000" b="0"/>
            </a:lvl1pPr>
          </a:lstStyle>
          <a:p>
            <a:pPr lvl="0"/>
            <a:r>
              <a:rPr lang="nl-NL" noProof="0"/>
              <a:t>Klik op het pictogram als u een afbeelding wilt toevoegen</a:t>
            </a:r>
            <a:endParaRPr lang="nl-NL" noProof="0" dirty="0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01384" y="365126"/>
            <a:ext cx="10694617" cy="828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0" cap="none" spc="0" baseline="0">
                <a:solidFill>
                  <a:srgbClr val="0060AC"/>
                </a:solidFill>
                <a:latin typeface="Georgia" panose="02040502050405020303" pitchFamily="18" charset="0"/>
              </a:defRPr>
            </a:lvl1pPr>
          </a:lstStyle>
          <a:p>
            <a:r>
              <a:rPr lang="nl-NL" dirty="0"/>
              <a:t>Klik om de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248999469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Aangepaste inde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/>
          <p:cNvSpPr>
            <a:spLocks noGrp="1"/>
          </p:cNvSpPr>
          <p:nvPr>
            <p:ph idx="11"/>
          </p:nvPr>
        </p:nvSpPr>
        <p:spPr>
          <a:xfrm>
            <a:off x="801384" y="1309819"/>
            <a:ext cx="5220000" cy="4500000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0060AC"/>
              </a:buClr>
              <a:buFont typeface="Wingdings" panose="05000000000000000000" pitchFamily="2" charset="2"/>
              <a:buChar char="§"/>
              <a:defRPr sz="2200" baseline="0">
                <a:latin typeface="Arial" panose="020B0604020202020204" pitchFamily="34" charset="0"/>
              </a:defRPr>
            </a:lvl1pPr>
            <a:lvl2pPr marL="685800" indent="-2286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60AC"/>
              </a:buClr>
              <a:buFont typeface="Wingdings" panose="05000000000000000000" pitchFamily="2" charset="2"/>
              <a:buChar char="§"/>
              <a:defRPr sz="2200" spc="100" baseline="0">
                <a:latin typeface="Arial" panose="020B0604020202020204" pitchFamily="34" charset="0"/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60AC"/>
              </a:buClr>
              <a:defRPr sz="1800" baseline="0">
                <a:latin typeface="Arial" panose="020B0604020202020204" pitchFamily="34" charset="0"/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60AC"/>
              </a:buClr>
              <a:defRPr baseline="0"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60AC"/>
              </a:buClr>
              <a:defRPr baseline="0">
                <a:latin typeface="Arial" panose="020B0604020202020204" pitchFamily="34" charset="0"/>
              </a:defRPr>
            </a:lvl5pPr>
          </a:lstStyle>
          <a:p>
            <a:pPr lvl="0"/>
            <a:r>
              <a:rPr lang="nl-NL" dirty="0"/>
              <a:t>Klik om de modelstijlen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5" name="Espace réservé pour une image  4"/>
          <p:cNvSpPr>
            <a:spLocks noGrp="1"/>
          </p:cNvSpPr>
          <p:nvPr>
            <p:ph type="pic" sz="quarter" idx="15"/>
          </p:nvPr>
        </p:nvSpPr>
        <p:spPr>
          <a:xfrm>
            <a:off x="6276002" y="3649819"/>
            <a:ext cx="2484000" cy="216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lIns="0" tIns="1044000" rIns="0" bIns="0" anchor="ctr" anchorCtr="0"/>
          <a:lstStyle>
            <a:lvl1pPr marL="0" indent="0" algn="ctr">
              <a:buFontTx/>
              <a:buNone/>
              <a:defRPr sz="1000" b="0"/>
            </a:lvl1pPr>
          </a:lstStyle>
          <a:p>
            <a:pPr lvl="0"/>
            <a:r>
              <a:rPr lang="nl-NL" noProof="0"/>
              <a:t>Klik op het pictogram als u een afbeelding wilt toevoegen</a:t>
            </a:r>
            <a:endParaRPr lang="nl-NL" noProof="0" dirty="0"/>
          </a:p>
        </p:txBody>
      </p:sp>
      <p:sp>
        <p:nvSpPr>
          <p:cNvPr id="7" name="Espace réservé pour une image  4"/>
          <p:cNvSpPr>
            <a:spLocks noGrp="1"/>
          </p:cNvSpPr>
          <p:nvPr>
            <p:ph type="pic" sz="quarter" idx="16"/>
          </p:nvPr>
        </p:nvSpPr>
        <p:spPr>
          <a:xfrm>
            <a:off x="9012001" y="3649819"/>
            <a:ext cx="2484000" cy="216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lIns="0" tIns="1044000" rIns="0" bIns="0" anchor="ctr" anchorCtr="0"/>
          <a:lstStyle>
            <a:lvl1pPr marL="0" indent="0" algn="ctr">
              <a:buFontTx/>
              <a:buNone/>
              <a:defRPr sz="1000" b="0"/>
            </a:lvl1pPr>
          </a:lstStyle>
          <a:p>
            <a:pPr lvl="0"/>
            <a:r>
              <a:rPr lang="nl-NL" noProof="0"/>
              <a:t>Klik op het pictogram als u een afbeelding wilt toevoegen</a:t>
            </a:r>
            <a:endParaRPr lang="nl-NL" noProof="0" dirty="0"/>
          </a:p>
        </p:txBody>
      </p:sp>
      <p:sp>
        <p:nvSpPr>
          <p:cNvPr id="8" name="Espace réservé pour une image  4"/>
          <p:cNvSpPr>
            <a:spLocks noGrp="1"/>
          </p:cNvSpPr>
          <p:nvPr>
            <p:ph type="pic" sz="quarter" idx="17"/>
          </p:nvPr>
        </p:nvSpPr>
        <p:spPr>
          <a:xfrm>
            <a:off x="6276002" y="1309819"/>
            <a:ext cx="2484000" cy="216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lIns="0" tIns="1044000" rIns="0" bIns="0" anchor="ctr" anchorCtr="0"/>
          <a:lstStyle>
            <a:lvl1pPr marL="0" indent="0" algn="ctr">
              <a:buFontTx/>
              <a:buNone/>
              <a:defRPr sz="1000" b="0"/>
            </a:lvl1pPr>
          </a:lstStyle>
          <a:p>
            <a:pPr lvl="0"/>
            <a:r>
              <a:rPr lang="nl-NL" noProof="0"/>
              <a:t>Klik op het pictogram als u een afbeelding wilt toevoegen</a:t>
            </a:r>
            <a:endParaRPr lang="nl-NL" noProof="0" dirty="0"/>
          </a:p>
        </p:txBody>
      </p:sp>
      <p:sp>
        <p:nvSpPr>
          <p:cNvPr id="9" name="Espace réservé pour une image  4"/>
          <p:cNvSpPr>
            <a:spLocks noGrp="1"/>
          </p:cNvSpPr>
          <p:nvPr>
            <p:ph type="pic" sz="quarter" idx="18"/>
          </p:nvPr>
        </p:nvSpPr>
        <p:spPr>
          <a:xfrm>
            <a:off x="9012001" y="1309819"/>
            <a:ext cx="2484000" cy="216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lIns="0" tIns="1044000" rIns="0" bIns="0" anchor="ctr" anchorCtr="0"/>
          <a:lstStyle>
            <a:lvl1pPr marL="0" indent="0" algn="ctr">
              <a:buFontTx/>
              <a:buNone/>
              <a:defRPr sz="1000" b="0"/>
            </a:lvl1pPr>
          </a:lstStyle>
          <a:p>
            <a:pPr lvl="0"/>
            <a:r>
              <a:rPr lang="nl-NL" noProof="0"/>
              <a:t>Klik op het pictogram als u een afbeelding wilt toevoegen</a:t>
            </a:r>
            <a:endParaRPr lang="nl-NL" noProof="0" dirty="0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801384" y="365126"/>
            <a:ext cx="10694617" cy="828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0" cap="none" spc="0" baseline="0">
                <a:solidFill>
                  <a:srgbClr val="0060AC"/>
                </a:solidFill>
                <a:latin typeface="Georgia" panose="02040502050405020303" pitchFamily="18" charset="0"/>
              </a:defRPr>
            </a:lvl1pPr>
          </a:lstStyle>
          <a:p>
            <a:r>
              <a:rPr lang="nl-NL" dirty="0"/>
              <a:t>Klik om de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119525530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Aangepaste inde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/>
          <p:cNvSpPr>
            <a:spLocks noGrp="1"/>
          </p:cNvSpPr>
          <p:nvPr>
            <p:ph idx="11"/>
          </p:nvPr>
        </p:nvSpPr>
        <p:spPr>
          <a:xfrm>
            <a:off x="801384" y="1309819"/>
            <a:ext cx="10694616" cy="2125359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0060AC"/>
              </a:buClr>
              <a:buFont typeface="Wingdings" panose="05000000000000000000" pitchFamily="2" charset="2"/>
              <a:buChar char="§"/>
              <a:defRPr sz="220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60AC"/>
              </a:buClr>
              <a:buFont typeface="Wingdings" panose="05000000000000000000" pitchFamily="2" charset="2"/>
              <a:buChar char="§"/>
              <a:defRPr sz="2200" spc="100" baseline="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60AC"/>
              </a:buClr>
              <a:defRPr sz="180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60AC"/>
              </a:buClr>
              <a:defRPr baseline="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60AC"/>
              </a:buClr>
              <a:defRPr baseline="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nl-NL" dirty="0"/>
              <a:t>Klik om de modelstijlen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5" name="Espace réservé pour une image  4"/>
          <p:cNvSpPr>
            <a:spLocks noGrp="1"/>
          </p:cNvSpPr>
          <p:nvPr>
            <p:ph type="pic" sz="quarter" idx="15"/>
          </p:nvPr>
        </p:nvSpPr>
        <p:spPr>
          <a:xfrm>
            <a:off x="6292043" y="3649819"/>
            <a:ext cx="2484000" cy="216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lIns="0" tIns="1044000" rIns="0" bIns="0" anchor="ctr" anchorCtr="0"/>
          <a:lstStyle>
            <a:lvl1pPr marL="0" indent="0" algn="ctr">
              <a:buFontTx/>
              <a:buNone/>
              <a:defRPr sz="1000" b="0"/>
            </a:lvl1pPr>
          </a:lstStyle>
          <a:p>
            <a:pPr lvl="0"/>
            <a:r>
              <a:rPr lang="nl-NL" noProof="0"/>
              <a:t>Klik op het pictogram als u een afbeelding wilt toevoegen</a:t>
            </a:r>
            <a:endParaRPr lang="nl-NL" noProof="0" dirty="0"/>
          </a:p>
        </p:txBody>
      </p:sp>
      <p:sp>
        <p:nvSpPr>
          <p:cNvPr id="7" name="Espace réservé pour une image  4"/>
          <p:cNvSpPr>
            <a:spLocks noGrp="1"/>
          </p:cNvSpPr>
          <p:nvPr>
            <p:ph type="pic" sz="quarter" idx="16"/>
          </p:nvPr>
        </p:nvSpPr>
        <p:spPr>
          <a:xfrm>
            <a:off x="9012000" y="3649819"/>
            <a:ext cx="2484000" cy="216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lIns="0" tIns="1044000" rIns="0" bIns="0" anchor="ctr" anchorCtr="0"/>
          <a:lstStyle>
            <a:lvl1pPr marL="0" indent="0" algn="ctr">
              <a:buFontTx/>
              <a:buNone/>
              <a:defRPr sz="1000" b="0"/>
            </a:lvl1pPr>
          </a:lstStyle>
          <a:p>
            <a:pPr lvl="0"/>
            <a:r>
              <a:rPr lang="nl-NL" noProof="0"/>
              <a:t>Klik op het pictogram als u een afbeelding wilt toevoegen</a:t>
            </a:r>
            <a:endParaRPr lang="nl-NL" noProof="0" dirty="0"/>
          </a:p>
        </p:txBody>
      </p:sp>
      <p:sp>
        <p:nvSpPr>
          <p:cNvPr id="8" name="Espace réservé pour une image  4"/>
          <p:cNvSpPr>
            <a:spLocks noGrp="1"/>
          </p:cNvSpPr>
          <p:nvPr>
            <p:ph type="pic" sz="quarter" idx="17"/>
          </p:nvPr>
        </p:nvSpPr>
        <p:spPr>
          <a:xfrm>
            <a:off x="801384" y="3649819"/>
            <a:ext cx="2484000" cy="216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lIns="0" tIns="1044000" rIns="0" bIns="0" anchor="ctr" anchorCtr="0"/>
          <a:lstStyle>
            <a:lvl1pPr marL="0" indent="0" algn="ctr">
              <a:buFontTx/>
              <a:buNone/>
              <a:defRPr sz="1000" b="0"/>
            </a:lvl1pPr>
          </a:lstStyle>
          <a:p>
            <a:pPr lvl="0"/>
            <a:r>
              <a:rPr lang="nl-NL" noProof="0"/>
              <a:t>Klik op het pictogram als u een afbeelding wilt toevoegen</a:t>
            </a:r>
            <a:endParaRPr lang="nl-NL" noProof="0" dirty="0"/>
          </a:p>
        </p:txBody>
      </p:sp>
      <p:sp>
        <p:nvSpPr>
          <p:cNvPr id="9" name="Espace réservé pour une image  4"/>
          <p:cNvSpPr>
            <a:spLocks noGrp="1"/>
          </p:cNvSpPr>
          <p:nvPr>
            <p:ph type="pic" sz="quarter" idx="18"/>
          </p:nvPr>
        </p:nvSpPr>
        <p:spPr>
          <a:xfrm>
            <a:off x="3561812" y="3649819"/>
            <a:ext cx="2484000" cy="216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lIns="0" tIns="1044000" rIns="0" bIns="0" anchor="ctr" anchorCtr="0"/>
          <a:lstStyle>
            <a:lvl1pPr marL="0" indent="0" algn="ctr">
              <a:buFontTx/>
              <a:buNone/>
              <a:defRPr sz="1000" b="0"/>
            </a:lvl1pPr>
          </a:lstStyle>
          <a:p>
            <a:pPr lvl="0"/>
            <a:r>
              <a:rPr lang="nl-NL" noProof="0"/>
              <a:t>Klik op het pictogram als u een afbeelding wilt toevoegen</a:t>
            </a:r>
            <a:endParaRPr lang="nl-NL" noProof="0" dirty="0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801384" y="365126"/>
            <a:ext cx="10694617" cy="828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0" cap="none" spc="0" baseline="0">
                <a:solidFill>
                  <a:srgbClr val="0060AC"/>
                </a:solidFill>
                <a:latin typeface="Georgia" panose="02040502050405020303" pitchFamily="18" charset="0"/>
              </a:defRPr>
            </a:lvl1pPr>
          </a:lstStyle>
          <a:p>
            <a:r>
              <a:rPr lang="nl-NL" dirty="0"/>
              <a:t>Klik om de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118882146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Aangepaste inde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pour une image  4"/>
          <p:cNvSpPr>
            <a:spLocks noGrp="1"/>
          </p:cNvSpPr>
          <p:nvPr>
            <p:ph type="pic" sz="quarter" idx="14"/>
          </p:nvPr>
        </p:nvSpPr>
        <p:spPr>
          <a:xfrm>
            <a:off x="0" y="-2"/>
            <a:ext cx="12192000" cy="556054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lIns="0" tIns="1044000" rIns="0" bIns="0" anchor="ctr" anchorCtr="0"/>
          <a:lstStyle>
            <a:lvl1pPr marL="0" indent="0" algn="ctr">
              <a:buFontTx/>
              <a:buNone/>
              <a:defRPr sz="1000" b="0"/>
            </a:lvl1pPr>
          </a:lstStyle>
          <a:p>
            <a:pPr lvl="0"/>
            <a:r>
              <a:rPr lang="nl-NL" noProof="0"/>
              <a:t>Klik op het pictogram als u een afbeelding wilt toevoegen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6694689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Aangepaste inde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65293" y="1834939"/>
            <a:ext cx="1080000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cap="none" baseline="0">
                <a:solidFill>
                  <a:srgbClr val="005BA9"/>
                </a:solidFill>
                <a:latin typeface="Georgia" panose="02040502050405020303" pitchFamily="18" charset="0"/>
              </a:defRPr>
            </a:lvl1pPr>
          </a:lstStyle>
          <a:p>
            <a:r>
              <a:rPr lang="nl-NL" dirty="0"/>
              <a:t>Klik om de stijl te bewerken</a:t>
            </a:r>
          </a:p>
        </p:txBody>
      </p:sp>
      <p:sp>
        <p:nvSpPr>
          <p:cNvPr id="8" name="Title 1"/>
          <p:cNvSpPr txBox="1">
            <a:spLocks/>
          </p:cNvSpPr>
          <p:nvPr userDrawn="1"/>
        </p:nvSpPr>
        <p:spPr>
          <a:xfrm>
            <a:off x="5002107" y="6430646"/>
            <a:ext cx="6663186" cy="42735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 cap="none" baseline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algn="r"/>
            <a:r>
              <a:rPr lang="nl-NL" sz="1400" cap="all" baseline="0" dirty="0" err="1">
                <a:solidFill>
                  <a:srgbClr val="005BA9"/>
                </a:solidFill>
              </a:rPr>
              <a:t>Imagine</a:t>
            </a:r>
            <a:r>
              <a:rPr lang="nl-NL" sz="1400" cap="all" baseline="0" dirty="0">
                <a:solidFill>
                  <a:srgbClr val="005BA9"/>
                </a:solidFill>
              </a:rPr>
              <a:t> </a:t>
            </a:r>
            <a:r>
              <a:rPr lang="nl-NL" sz="1400" cap="all" baseline="0" dirty="0" err="1">
                <a:solidFill>
                  <a:srgbClr val="005BA9"/>
                </a:solidFill>
              </a:rPr>
              <a:t>tomorrow</a:t>
            </a:r>
            <a:r>
              <a:rPr lang="nl-NL" sz="1400" cap="all" baseline="0" dirty="0">
                <a:solidFill>
                  <a:srgbClr val="005BA9"/>
                </a:solidFill>
              </a:rPr>
              <a:t>. Challenge </a:t>
            </a:r>
            <a:r>
              <a:rPr lang="nl-NL" sz="1400" cap="all" baseline="0" dirty="0" err="1">
                <a:solidFill>
                  <a:srgbClr val="005BA9"/>
                </a:solidFill>
              </a:rPr>
              <a:t>today</a:t>
            </a:r>
            <a:endParaRPr lang="nl-NL" sz="1400" cap="all" baseline="0" dirty="0">
              <a:solidFill>
                <a:srgbClr val="005BA9"/>
              </a:solidFill>
            </a:endParaRPr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865293" y="3160502"/>
            <a:ext cx="6896143" cy="17526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800" b="1" cap="all" spc="100" baseline="0">
                <a:solidFill>
                  <a:srgbClr val="0060AC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0498286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/>
          <p:cNvSpPr>
            <a:spLocks noGrp="1"/>
          </p:cNvSpPr>
          <p:nvPr>
            <p:ph idx="12" hasCustomPrompt="1"/>
          </p:nvPr>
        </p:nvSpPr>
        <p:spPr>
          <a:xfrm>
            <a:off x="801384" y="1323974"/>
            <a:ext cx="10694617" cy="876301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0060AC"/>
              </a:buClr>
              <a:buFont typeface="Wingdings" panose="05000000000000000000" pitchFamily="2" charset="2"/>
              <a:buChar char="§"/>
              <a:defRPr sz="1800" b="1" cap="all" baseline="0">
                <a:solidFill>
                  <a:srgbClr val="0060AC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>
              <a:buClr>
                <a:srgbClr val="0060AC"/>
              </a:buClr>
              <a:buFont typeface="Wingdings" panose="05000000000000000000" pitchFamily="2" charset="2"/>
              <a:buChar char="§"/>
              <a:defRPr sz="1600" baseline="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buClr>
                <a:srgbClr val="0060AC"/>
              </a:buClr>
              <a:defRPr>
                <a:latin typeface="+mj-lt"/>
              </a:defRPr>
            </a:lvl3pPr>
            <a:lvl4pPr>
              <a:buClr>
                <a:srgbClr val="0060AC"/>
              </a:buClr>
              <a:defRPr>
                <a:latin typeface="+mj-lt"/>
              </a:defRPr>
            </a:lvl4pPr>
            <a:lvl5pPr>
              <a:buClr>
                <a:srgbClr val="0060AC"/>
              </a:buClr>
              <a:defRPr>
                <a:latin typeface="+mj-lt"/>
              </a:defRPr>
            </a:lvl5pPr>
          </a:lstStyle>
          <a:p>
            <a:pPr lvl="0"/>
            <a:r>
              <a:rPr lang="nl-NL" dirty="0"/>
              <a:t>Klik om de </a:t>
            </a:r>
            <a:r>
              <a:rPr lang="nl-NL" dirty="0" err="1"/>
              <a:t>keymessage</a:t>
            </a:r>
            <a:r>
              <a:rPr lang="nl-NL" dirty="0"/>
              <a:t> te bewerken</a:t>
            </a:r>
          </a:p>
          <a:p>
            <a:pPr lvl="1"/>
            <a:r>
              <a:rPr lang="nl-NL" dirty="0"/>
              <a:t>Tweede niveau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1"/>
          </p:nvPr>
        </p:nvSpPr>
        <p:spPr>
          <a:xfrm>
            <a:off x="801384" y="2285999"/>
            <a:ext cx="10694617" cy="3523820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0060AC"/>
              </a:buClr>
              <a:buFont typeface="Wingdings" panose="05000000000000000000" pitchFamily="2" charset="2"/>
              <a:buChar char="§"/>
              <a:defRPr sz="220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60AC"/>
              </a:buClr>
              <a:buFont typeface="Wingdings" panose="05000000000000000000" pitchFamily="2" charset="2"/>
              <a:buChar char="§"/>
              <a:defRPr sz="2200" spc="100" baseline="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60AC"/>
              </a:buClr>
              <a:defRPr sz="180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60AC"/>
              </a:buClr>
              <a:defRPr baseline="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60AC"/>
              </a:buClr>
              <a:defRPr baseline="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nl-NL" dirty="0"/>
              <a:t>Klik om de modelstijlen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801384" y="365126"/>
            <a:ext cx="10694617" cy="828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0" cap="none" spc="0" baseline="0">
                <a:solidFill>
                  <a:srgbClr val="0060AC"/>
                </a:solidFill>
                <a:latin typeface="Georgia" panose="02040502050405020303" pitchFamily="18" charset="0"/>
              </a:defRPr>
            </a:lvl1pPr>
          </a:lstStyle>
          <a:p>
            <a:r>
              <a:rPr lang="nl-NL" dirty="0"/>
              <a:t>Klik om de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312235564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angepaste inde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2759675" y="1309819"/>
            <a:ext cx="8736323" cy="828000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0060AC"/>
              </a:buClr>
              <a:buFont typeface="Wingdings" panose="05000000000000000000" pitchFamily="2" charset="2"/>
              <a:buNone/>
              <a:defRPr sz="1800" spc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>
              <a:buClr>
                <a:srgbClr val="0060AC"/>
              </a:buClr>
              <a:buFont typeface="Wingdings" panose="05000000000000000000" pitchFamily="2" charset="2"/>
              <a:buChar char="§"/>
              <a:defRPr sz="2400">
                <a:latin typeface="+mj-lt"/>
              </a:defRPr>
            </a:lvl2pPr>
            <a:lvl3pPr>
              <a:buClr>
                <a:srgbClr val="0060AC"/>
              </a:buClr>
              <a:defRPr>
                <a:latin typeface="+mj-lt"/>
              </a:defRPr>
            </a:lvl3pPr>
            <a:lvl4pPr>
              <a:buClr>
                <a:srgbClr val="0060AC"/>
              </a:buClr>
              <a:defRPr>
                <a:latin typeface="+mj-lt"/>
              </a:defRPr>
            </a:lvl4pPr>
            <a:lvl5pPr>
              <a:buClr>
                <a:srgbClr val="0060AC"/>
              </a:buClr>
              <a:defRPr>
                <a:latin typeface="+mj-lt"/>
              </a:defRPr>
            </a:lvl5pPr>
          </a:lstStyle>
          <a:p>
            <a:pPr lvl="0"/>
            <a:r>
              <a:rPr lang="nl-NL" dirty="0"/>
              <a:t>Klik om de modelstijlen te bewerken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9"/>
          </p:nvPr>
        </p:nvSpPr>
        <p:spPr>
          <a:xfrm>
            <a:off x="2759675" y="3162720"/>
            <a:ext cx="8736324" cy="828000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0060AC"/>
              </a:buClr>
              <a:buFont typeface="Wingdings" panose="05000000000000000000" pitchFamily="2" charset="2"/>
              <a:buNone/>
              <a:defRPr sz="180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>
              <a:buClr>
                <a:srgbClr val="0060AC"/>
              </a:buClr>
              <a:buFont typeface="Wingdings" panose="05000000000000000000" pitchFamily="2" charset="2"/>
              <a:buChar char="§"/>
              <a:defRPr sz="2400">
                <a:latin typeface="+mj-lt"/>
              </a:defRPr>
            </a:lvl2pPr>
            <a:lvl3pPr>
              <a:buClr>
                <a:srgbClr val="0060AC"/>
              </a:buClr>
              <a:defRPr>
                <a:latin typeface="+mj-lt"/>
              </a:defRPr>
            </a:lvl3pPr>
            <a:lvl4pPr>
              <a:buClr>
                <a:srgbClr val="0060AC"/>
              </a:buClr>
              <a:defRPr>
                <a:latin typeface="+mj-lt"/>
              </a:defRPr>
            </a:lvl4pPr>
            <a:lvl5pPr>
              <a:buClr>
                <a:srgbClr val="0060AC"/>
              </a:buClr>
              <a:defRPr>
                <a:latin typeface="+mj-lt"/>
              </a:defRPr>
            </a:lvl5pPr>
          </a:lstStyle>
          <a:p>
            <a:pPr lvl="0"/>
            <a:r>
              <a:rPr lang="nl-NL" dirty="0"/>
              <a:t>Klik om de modelstijlen te bewerken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idx="20"/>
          </p:nvPr>
        </p:nvSpPr>
        <p:spPr>
          <a:xfrm>
            <a:off x="2759675" y="4090026"/>
            <a:ext cx="8736324" cy="828000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0060AC"/>
              </a:buClr>
              <a:buFont typeface="Wingdings" panose="05000000000000000000" pitchFamily="2" charset="2"/>
              <a:buNone/>
              <a:defRPr sz="1800" baseline="0"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685800" indent="-228600">
              <a:buClr>
                <a:srgbClr val="0060AC"/>
              </a:buClr>
              <a:buFont typeface="Wingdings" panose="05000000000000000000" pitchFamily="2" charset="2"/>
              <a:buChar char="§"/>
              <a:defRPr sz="2400">
                <a:latin typeface="+mj-lt"/>
              </a:defRPr>
            </a:lvl2pPr>
            <a:lvl3pPr>
              <a:buClr>
                <a:srgbClr val="0060AC"/>
              </a:buClr>
              <a:defRPr>
                <a:latin typeface="+mj-lt"/>
              </a:defRPr>
            </a:lvl3pPr>
            <a:lvl4pPr>
              <a:buClr>
                <a:srgbClr val="0060AC"/>
              </a:buClr>
              <a:defRPr>
                <a:latin typeface="+mj-lt"/>
              </a:defRPr>
            </a:lvl4pPr>
            <a:lvl5pPr>
              <a:buClr>
                <a:srgbClr val="0060AC"/>
              </a:buClr>
              <a:defRPr>
                <a:latin typeface="+mj-lt"/>
              </a:defRPr>
            </a:lvl5pPr>
          </a:lstStyle>
          <a:p>
            <a:pPr lvl="0"/>
            <a:r>
              <a:rPr lang="nl-NL" dirty="0"/>
              <a:t>Klik om de modelstijlen te bewerken</a:t>
            </a:r>
          </a:p>
        </p:txBody>
      </p:sp>
      <p:sp>
        <p:nvSpPr>
          <p:cNvPr id="17" name="Content Placeholder 2"/>
          <p:cNvSpPr>
            <a:spLocks noGrp="1"/>
          </p:cNvSpPr>
          <p:nvPr>
            <p:ph idx="21"/>
          </p:nvPr>
        </p:nvSpPr>
        <p:spPr>
          <a:xfrm>
            <a:off x="2759675" y="5013715"/>
            <a:ext cx="8736324" cy="828000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0060AC"/>
              </a:buClr>
              <a:buFont typeface="Wingdings" panose="05000000000000000000" pitchFamily="2" charset="2"/>
              <a:buNone/>
              <a:defRPr sz="180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>
              <a:buClr>
                <a:srgbClr val="0060AC"/>
              </a:buClr>
              <a:buFont typeface="Wingdings" panose="05000000000000000000" pitchFamily="2" charset="2"/>
              <a:buChar char="§"/>
              <a:defRPr sz="2400">
                <a:latin typeface="+mj-lt"/>
              </a:defRPr>
            </a:lvl2pPr>
            <a:lvl3pPr>
              <a:buClr>
                <a:srgbClr val="0060AC"/>
              </a:buClr>
              <a:defRPr>
                <a:latin typeface="+mj-lt"/>
              </a:defRPr>
            </a:lvl3pPr>
            <a:lvl4pPr>
              <a:buClr>
                <a:srgbClr val="0060AC"/>
              </a:buClr>
              <a:defRPr>
                <a:latin typeface="+mj-lt"/>
              </a:defRPr>
            </a:lvl4pPr>
            <a:lvl5pPr>
              <a:buClr>
                <a:srgbClr val="0060AC"/>
              </a:buClr>
              <a:defRPr>
                <a:latin typeface="+mj-lt"/>
              </a:defRPr>
            </a:lvl5pPr>
          </a:lstStyle>
          <a:p>
            <a:pPr lvl="0"/>
            <a:r>
              <a:rPr lang="nl-NL" dirty="0"/>
              <a:t>Klik om de modelstijlen te bewerken</a:t>
            </a:r>
          </a:p>
        </p:txBody>
      </p:sp>
      <p:sp>
        <p:nvSpPr>
          <p:cNvPr id="26" name="Content Placeholder 2"/>
          <p:cNvSpPr>
            <a:spLocks noGrp="1"/>
          </p:cNvSpPr>
          <p:nvPr>
            <p:ph idx="23"/>
          </p:nvPr>
        </p:nvSpPr>
        <p:spPr>
          <a:xfrm>
            <a:off x="801385" y="1309819"/>
            <a:ext cx="1864177" cy="828000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0060AC"/>
              </a:buClr>
              <a:buFont typeface="Wingdings" panose="05000000000000000000" pitchFamily="2" charset="2"/>
              <a:buNone/>
              <a:defRPr sz="1800" b="1" spc="100" baseline="0">
                <a:solidFill>
                  <a:srgbClr val="0060AC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>
              <a:buClr>
                <a:srgbClr val="0060AC"/>
              </a:buClr>
              <a:buFont typeface="Wingdings" panose="05000000000000000000" pitchFamily="2" charset="2"/>
              <a:buChar char="§"/>
              <a:defRPr sz="2400">
                <a:latin typeface="+mj-lt"/>
              </a:defRPr>
            </a:lvl2pPr>
            <a:lvl3pPr>
              <a:buClr>
                <a:srgbClr val="0060AC"/>
              </a:buClr>
              <a:defRPr>
                <a:latin typeface="+mj-lt"/>
              </a:defRPr>
            </a:lvl3pPr>
            <a:lvl4pPr>
              <a:buClr>
                <a:srgbClr val="0060AC"/>
              </a:buClr>
              <a:defRPr>
                <a:latin typeface="+mj-lt"/>
              </a:defRPr>
            </a:lvl4pPr>
            <a:lvl5pPr>
              <a:buClr>
                <a:srgbClr val="0060AC"/>
              </a:buClr>
              <a:defRPr>
                <a:latin typeface="+mj-lt"/>
              </a:defRPr>
            </a:lvl5pPr>
          </a:lstStyle>
          <a:p>
            <a:pPr lvl="0"/>
            <a:r>
              <a:rPr lang="nl-NL" dirty="0"/>
              <a:t>Klik om de modelstijlen te bewerken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27"/>
          </p:nvPr>
        </p:nvSpPr>
        <p:spPr>
          <a:xfrm>
            <a:off x="801384" y="2234526"/>
            <a:ext cx="1864177" cy="828000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0060AC"/>
              </a:buClr>
              <a:buFont typeface="Wingdings" panose="05000000000000000000" pitchFamily="2" charset="2"/>
              <a:buNone/>
              <a:defRPr sz="1800" b="1" spc="100" baseline="0">
                <a:solidFill>
                  <a:srgbClr val="0060AC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>
              <a:buClr>
                <a:srgbClr val="0060AC"/>
              </a:buClr>
              <a:buFont typeface="Wingdings" panose="05000000000000000000" pitchFamily="2" charset="2"/>
              <a:buChar char="§"/>
              <a:defRPr sz="2400">
                <a:latin typeface="+mj-lt"/>
              </a:defRPr>
            </a:lvl2pPr>
            <a:lvl3pPr>
              <a:buClr>
                <a:srgbClr val="0060AC"/>
              </a:buClr>
              <a:defRPr>
                <a:latin typeface="+mj-lt"/>
              </a:defRPr>
            </a:lvl3pPr>
            <a:lvl4pPr>
              <a:buClr>
                <a:srgbClr val="0060AC"/>
              </a:buClr>
              <a:defRPr>
                <a:latin typeface="+mj-lt"/>
              </a:defRPr>
            </a:lvl4pPr>
            <a:lvl5pPr>
              <a:buClr>
                <a:srgbClr val="0060AC"/>
              </a:buClr>
              <a:defRPr>
                <a:latin typeface="+mj-lt"/>
              </a:defRPr>
            </a:lvl5pPr>
          </a:lstStyle>
          <a:p>
            <a:pPr lvl="0"/>
            <a:r>
              <a:rPr lang="nl-NL" dirty="0"/>
              <a:t>Klik om de modelstijlen te bewerken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idx="29"/>
          </p:nvPr>
        </p:nvSpPr>
        <p:spPr>
          <a:xfrm>
            <a:off x="801384" y="3162720"/>
            <a:ext cx="1864177" cy="828000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0060AC"/>
              </a:buClr>
              <a:buFont typeface="Wingdings" panose="05000000000000000000" pitchFamily="2" charset="2"/>
              <a:buNone/>
              <a:defRPr sz="1800" b="1" spc="100" baseline="0">
                <a:solidFill>
                  <a:srgbClr val="0060AC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>
              <a:buClr>
                <a:srgbClr val="0060AC"/>
              </a:buClr>
              <a:buFont typeface="Wingdings" panose="05000000000000000000" pitchFamily="2" charset="2"/>
              <a:buChar char="§"/>
              <a:defRPr sz="2400">
                <a:latin typeface="+mj-lt"/>
              </a:defRPr>
            </a:lvl2pPr>
            <a:lvl3pPr>
              <a:buClr>
                <a:srgbClr val="0060AC"/>
              </a:buClr>
              <a:defRPr>
                <a:latin typeface="+mj-lt"/>
              </a:defRPr>
            </a:lvl3pPr>
            <a:lvl4pPr>
              <a:buClr>
                <a:srgbClr val="0060AC"/>
              </a:buClr>
              <a:defRPr>
                <a:latin typeface="+mj-lt"/>
              </a:defRPr>
            </a:lvl4pPr>
            <a:lvl5pPr>
              <a:buClr>
                <a:srgbClr val="0060AC"/>
              </a:buClr>
              <a:defRPr>
                <a:latin typeface="+mj-lt"/>
              </a:defRPr>
            </a:lvl5pPr>
          </a:lstStyle>
          <a:p>
            <a:pPr lvl="0"/>
            <a:r>
              <a:rPr lang="nl-NL" dirty="0"/>
              <a:t>Klik om de modelstijlen te bewerken</a:t>
            </a:r>
          </a:p>
        </p:txBody>
      </p:sp>
      <p:sp>
        <p:nvSpPr>
          <p:cNvPr id="21" name="Content Placeholder 2"/>
          <p:cNvSpPr>
            <a:spLocks noGrp="1"/>
          </p:cNvSpPr>
          <p:nvPr>
            <p:ph idx="30"/>
          </p:nvPr>
        </p:nvSpPr>
        <p:spPr>
          <a:xfrm>
            <a:off x="801384" y="4090026"/>
            <a:ext cx="1864177" cy="828000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0060AC"/>
              </a:buClr>
              <a:buFont typeface="Wingdings" panose="05000000000000000000" pitchFamily="2" charset="2"/>
              <a:buNone/>
              <a:defRPr sz="1800" b="1" spc="100" baseline="0">
                <a:solidFill>
                  <a:srgbClr val="0060AC"/>
                </a:solidFill>
                <a:latin typeface="+mn-lt"/>
              </a:defRPr>
            </a:lvl1pPr>
            <a:lvl2pPr marL="685800" indent="-228600">
              <a:buClr>
                <a:srgbClr val="0060AC"/>
              </a:buClr>
              <a:buFont typeface="Wingdings" panose="05000000000000000000" pitchFamily="2" charset="2"/>
              <a:buChar char="§"/>
              <a:defRPr sz="2400">
                <a:latin typeface="+mj-lt"/>
              </a:defRPr>
            </a:lvl2pPr>
            <a:lvl3pPr>
              <a:buClr>
                <a:srgbClr val="0060AC"/>
              </a:buClr>
              <a:defRPr>
                <a:latin typeface="+mj-lt"/>
              </a:defRPr>
            </a:lvl3pPr>
            <a:lvl4pPr>
              <a:buClr>
                <a:srgbClr val="0060AC"/>
              </a:buClr>
              <a:defRPr>
                <a:latin typeface="+mj-lt"/>
              </a:defRPr>
            </a:lvl4pPr>
            <a:lvl5pPr>
              <a:buClr>
                <a:srgbClr val="0060AC"/>
              </a:buClr>
              <a:defRPr>
                <a:latin typeface="+mj-lt"/>
              </a:defRPr>
            </a:lvl5pPr>
          </a:lstStyle>
          <a:p>
            <a:pPr lvl="0"/>
            <a:r>
              <a:rPr lang="nl-NL" dirty="0"/>
              <a:t>Klik om de modelstijlen te bewerken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idx="31"/>
          </p:nvPr>
        </p:nvSpPr>
        <p:spPr>
          <a:xfrm>
            <a:off x="801384" y="5014350"/>
            <a:ext cx="1864177" cy="828000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0060AC"/>
              </a:buClr>
              <a:buFont typeface="Wingdings" panose="05000000000000000000" pitchFamily="2" charset="2"/>
              <a:buNone/>
              <a:defRPr sz="1800" b="1" spc="0" baseline="0">
                <a:solidFill>
                  <a:srgbClr val="0060AC"/>
                </a:solidFill>
                <a:latin typeface="Calibri" panose="020F0502020204030204" pitchFamily="34" charset="0"/>
              </a:defRPr>
            </a:lvl1pPr>
            <a:lvl2pPr marL="685800" indent="-228600">
              <a:buClr>
                <a:srgbClr val="0060AC"/>
              </a:buClr>
              <a:buFont typeface="Wingdings" panose="05000000000000000000" pitchFamily="2" charset="2"/>
              <a:buChar char="§"/>
              <a:defRPr sz="2400">
                <a:latin typeface="+mj-lt"/>
              </a:defRPr>
            </a:lvl2pPr>
            <a:lvl3pPr>
              <a:buClr>
                <a:srgbClr val="0060AC"/>
              </a:buClr>
              <a:defRPr>
                <a:latin typeface="+mj-lt"/>
              </a:defRPr>
            </a:lvl3pPr>
            <a:lvl4pPr>
              <a:buClr>
                <a:srgbClr val="0060AC"/>
              </a:buClr>
              <a:defRPr>
                <a:latin typeface="+mj-lt"/>
              </a:defRPr>
            </a:lvl4pPr>
            <a:lvl5pPr>
              <a:buClr>
                <a:srgbClr val="0060AC"/>
              </a:buClr>
              <a:defRPr>
                <a:latin typeface="+mj-lt"/>
              </a:defRPr>
            </a:lvl5pPr>
          </a:lstStyle>
          <a:p>
            <a:pPr lvl="0"/>
            <a:r>
              <a:rPr lang="nl-NL" dirty="0"/>
              <a:t>Klik om de modelstijlen te bewerken</a:t>
            </a:r>
          </a:p>
        </p:txBody>
      </p:sp>
      <p:sp>
        <p:nvSpPr>
          <p:cNvPr id="19" name="Title 1"/>
          <p:cNvSpPr>
            <a:spLocks noGrp="1"/>
          </p:cNvSpPr>
          <p:nvPr>
            <p:ph type="title" hasCustomPrompt="1"/>
          </p:nvPr>
        </p:nvSpPr>
        <p:spPr>
          <a:xfrm>
            <a:off x="801384" y="365126"/>
            <a:ext cx="10694617" cy="828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0" cap="none" spc="0" baseline="0">
                <a:solidFill>
                  <a:srgbClr val="0060AC"/>
                </a:solidFill>
                <a:latin typeface="Georgia" panose="02040502050405020303" pitchFamily="18" charset="0"/>
              </a:defRPr>
            </a:lvl1pPr>
          </a:lstStyle>
          <a:p>
            <a:r>
              <a:rPr lang="nl-NL" dirty="0"/>
              <a:t>Klik om de stijl te bewerken</a:t>
            </a:r>
          </a:p>
        </p:txBody>
      </p:sp>
      <p:sp>
        <p:nvSpPr>
          <p:cNvPr id="23" name="Content Placeholder 2"/>
          <p:cNvSpPr>
            <a:spLocks noGrp="1"/>
          </p:cNvSpPr>
          <p:nvPr>
            <p:ph idx="32"/>
          </p:nvPr>
        </p:nvSpPr>
        <p:spPr>
          <a:xfrm>
            <a:off x="2759675" y="2234526"/>
            <a:ext cx="8736323" cy="828000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0060AC"/>
              </a:buClr>
              <a:buFont typeface="Wingdings" panose="05000000000000000000" pitchFamily="2" charset="2"/>
              <a:buNone/>
              <a:defRPr sz="1800" spc="0" baseline="0"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685800" indent="-228600">
              <a:buClr>
                <a:srgbClr val="0060AC"/>
              </a:buClr>
              <a:buFont typeface="Wingdings" panose="05000000000000000000" pitchFamily="2" charset="2"/>
              <a:buChar char="§"/>
              <a:defRPr sz="2400">
                <a:latin typeface="+mj-lt"/>
              </a:defRPr>
            </a:lvl2pPr>
            <a:lvl3pPr>
              <a:buClr>
                <a:srgbClr val="0060AC"/>
              </a:buClr>
              <a:defRPr>
                <a:latin typeface="+mj-lt"/>
              </a:defRPr>
            </a:lvl3pPr>
            <a:lvl4pPr>
              <a:buClr>
                <a:srgbClr val="0060AC"/>
              </a:buClr>
              <a:defRPr>
                <a:latin typeface="+mj-lt"/>
              </a:defRPr>
            </a:lvl4pPr>
            <a:lvl5pPr>
              <a:buClr>
                <a:srgbClr val="0060AC"/>
              </a:buClr>
              <a:defRPr>
                <a:latin typeface="+mj-lt"/>
              </a:defRPr>
            </a:lvl5pPr>
          </a:lstStyle>
          <a:p>
            <a:pPr lvl="0"/>
            <a:r>
              <a:rPr lang="nl-NL" dirty="0"/>
              <a:t>Klik om de modelstijlen te bewerken</a:t>
            </a:r>
          </a:p>
        </p:txBody>
      </p:sp>
    </p:spTree>
    <p:extLst>
      <p:ext uri="{BB962C8B-B14F-4D97-AF65-F5344CB8AC3E}">
        <p14:creationId xmlns:p14="http://schemas.microsoft.com/office/powerpoint/2010/main" val="214520214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226703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801384" y="1554253"/>
            <a:ext cx="1656000" cy="123507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259794" y="1562569"/>
            <a:ext cx="1656000" cy="123507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8079264" y="1554285"/>
            <a:ext cx="1656000" cy="123507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9898734" y="1554252"/>
            <a:ext cx="1656000" cy="123507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2620854" y="1554253"/>
            <a:ext cx="1656000" cy="123507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4440324" y="1554284"/>
            <a:ext cx="1656000" cy="123507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801384" y="2983192"/>
            <a:ext cx="1656000" cy="123507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6259794" y="2991508"/>
            <a:ext cx="1656000" cy="123507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8079264" y="2983224"/>
            <a:ext cx="1656000" cy="123507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9898734" y="2983224"/>
            <a:ext cx="1656000" cy="123507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4440324" y="2983223"/>
            <a:ext cx="1656000" cy="123507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801384" y="4412099"/>
            <a:ext cx="1656000" cy="123507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6259794" y="4420415"/>
            <a:ext cx="1656000" cy="123507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9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8079264" y="4412131"/>
            <a:ext cx="1656000" cy="123507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20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9898734" y="4412131"/>
            <a:ext cx="1656000" cy="123507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21" name="Picture Placeholder 3"/>
          <p:cNvSpPr>
            <a:spLocks noGrp="1"/>
          </p:cNvSpPr>
          <p:nvPr>
            <p:ph type="pic" sz="quarter" idx="26"/>
          </p:nvPr>
        </p:nvSpPr>
        <p:spPr>
          <a:xfrm>
            <a:off x="2620854" y="4412099"/>
            <a:ext cx="1656000" cy="123507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22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4440324" y="4412130"/>
            <a:ext cx="1656000" cy="123507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2" name="Picture Placeholder 3"/>
          <p:cNvSpPr>
            <a:spLocks noGrp="1"/>
          </p:cNvSpPr>
          <p:nvPr>
            <p:ph type="pic" sz="quarter" idx="37"/>
          </p:nvPr>
        </p:nvSpPr>
        <p:spPr>
          <a:xfrm>
            <a:off x="2616134" y="2991508"/>
            <a:ext cx="1656000" cy="123507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35" name="Title 1"/>
          <p:cNvSpPr>
            <a:spLocks noGrp="1"/>
          </p:cNvSpPr>
          <p:nvPr>
            <p:ph type="title" hasCustomPrompt="1"/>
          </p:nvPr>
        </p:nvSpPr>
        <p:spPr>
          <a:xfrm>
            <a:off x="801384" y="365126"/>
            <a:ext cx="10694617" cy="828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0" cap="none" spc="0" baseline="0">
                <a:solidFill>
                  <a:srgbClr val="0060AC"/>
                </a:solidFill>
                <a:latin typeface="Georgia" panose="02040502050405020303" pitchFamily="18" charset="0"/>
              </a:defRPr>
            </a:lvl1pPr>
          </a:lstStyle>
          <a:p>
            <a:r>
              <a:rPr lang="nl-NL" dirty="0"/>
              <a:t>Klik om de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27654809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eldia">
    <p:bg>
      <p:bgPr>
        <a:solidFill>
          <a:srgbClr val="38B6A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pour une image  8"/>
          <p:cNvSpPr>
            <a:spLocks noGrp="1"/>
          </p:cNvSpPr>
          <p:nvPr>
            <p:ph type="pic" sz="quarter" idx="18"/>
          </p:nvPr>
        </p:nvSpPr>
        <p:spPr bwMode="gray">
          <a:xfrm>
            <a:off x="5117525" y="0"/>
            <a:ext cx="7074475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1044000" bIns="0" anchor="ctr" anchorCtr="0"/>
          <a:lstStyle>
            <a:lvl1pPr marL="0" indent="0" algn="ctr">
              <a:spcAft>
                <a:spcPts val="0"/>
              </a:spcAft>
              <a:buNone/>
              <a:defRPr sz="1100" b="0" baseline="0"/>
            </a:lvl1pPr>
          </a:lstStyle>
          <a:p>
            <a:pPr lvl="0"/>
            <a:r>
              <a:rPr lang="en-US" noProof="0"/>
              <a:t>Click icon to add picture</a:t>
            </a:r>
            <a:endParaRPr lang="nl-NL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61706" y="952960"/>
            <a:ext cx="4317386" cy="6223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1" cap="all" spc="100" baseline="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Product or system</a:t>
            </a:r>
            <a:endParaRPr lang="nl-NL" dirty="0"/>
          </a:p>
        </p:txBody>
      </p:sp>
      <p:sp>
        <p:nvSpPr>
          <p:cNvPr id="16" name="Title 15"/>
          <p:cNvSpPr>
            <a:spLocks noGrp="1"/>
          </p:cNvSpPr>
          <p:nvPr>
            <p:ph type="title" hasCustomPrompt="1"/>
          </p:nvPr>
        </p:nvSpPr>
        <p:spPr>
          <a:xfrm>
            <a:off x="361706" y="341195"/>
            <a:ext cx="4317386" cy="482589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2400" cap="none" baseline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</a:t>
            </a:r>
            <a:endParaRPr lang="nl-NL" dirty="0"/>
          </a:p>
        </p:txBody>
      </p:sp>
      <p:sp>
        <p:nvSpPr>
          <p:cNvPr id="7" name="Content Placeholder 2"/>
          <p:cNvSpPr>
            <a:spLocks noGrp="1"/>
          </p:cNvSpPr>
          <p:nvPr>
            <p:ph idx="11" hasCustomPrompt="1"/>
          </p:nvPr>
        </p:nvSpPr>
        <p:spPr>
          <a:xfrm>
            <a:off x="361706" y="1704478"/>
            <a:ext cx="4317386" cy="4320000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bg1"/>
              </a:buClr>
              <a:buFont typeface="Wingdings" panose="05000000000000000000" pitchFamily="2" charset="2"/>
              <a:buChar char="§"/>
              <a:defRPr sz="1600" baseline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§"/>
              <a:defRPr sz="2200" spc="100" baseline="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§"/>
              <a:defRPr sz="1800" baseline="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§"/>
              <a:defRPr baseline="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§"/>
              <a:defRPr baseline="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nl-NL" dirty="0"/>
              <a:t>Klik om de modelstijlen te bewerken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4267200" y="1318054"/>
            <a:ext cx="45719" cy="488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281387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eldia">
    <p:bg>
      <p:bgPr>
        <a:solidFill>
          <a:srgbClr val="F9B4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pour une image  8"/>
          <p:cNvSpPr>
            <a:spLocks noGrp="1"/>
          </p:cNvSpPr>
          <p:nvPr>
            <p:ph type="pic" sz="quarter" idx="18"/>
          </p:nvPr>
        </p:nvSpPr>
        <p:spPr bwMode="gray">
          <a:xfrm>
            <a:off x="5117525" y="0"/>
            <a:ext cx="7074475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1044000" bIns="0" anchor="ctr" anchorCtr="0"/>
          <a:lstStyle>
            <a:lvl1pPr marL="0" indent="0" algn="ctr">
              <a:spcAft>
                <a:spcPts val="0"/>
              </a:spcAft>
              <a:buNone/>
              <a:defRPr sz="1100" b="0" baseline="0"/>
            </a:lvl1pPr>
          </a:lstStyle>
          <a:p>
            <a:pPr lvl="0"/>
            <a:r>
              <a:rPr lang="en-US" noProof="0"/>
              <a:t>Click icon to add picture</a:t>
            </a:r>
            <a:endParaRPr lang="nl-NL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61706" y="952960"/>
            <a:ext cx="4317386" cy="6223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1" cap="all" spc="100" baseline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Product or system</a:t>
            </a:r>
            <a:endParaRPr lang="nl-NL" dirty="0"/>
          </a:p>
        </p:txBody>
      </p:sp>
      <p:sp>
        <p:nvSpPr>
          <p:cNvPr id="16" name="Title 15"/>
          <p:cNvSpPr>
            <a:spLocks noGrp="1"/>
          </p:cNvSpPr>
          <p:nvPr>
            <p:ph type="title" hasCustomPrompt="1"/>
          </p:nvPr>
        </p:nvSpPr>
        <p:spPr>
          <a:xfrm>
            <a:off x="361706" y="341195"/>
            <a:ext cx="4317386" cy="482589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2400" cap="none" baseline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</a:t>
            </a:r>
            <a:endParaRPr lang="nl-NL" dirty="0"/>
          </a:p>
        </p:txBody>
      </p:sp>
      <p:sp>
        <p:nvSpPr>
          <p:cNvPr id="7" name="Content Placeholder 2"/>
          <p:cNvSpPr>
            <a:spLocks noGrp="1"/>
          </p:cNvSpPr>
          <p:nvPr>
            <p:ph idx="11" hasCustomPrompt="1"/>
          </p:nvPr>
        </p:nvSpPr>
        <p:spPr>
          <a:xfrm>
            <a:off x="361706" y="1704478"/>
            <a:ext cx="4317386" cy="4320000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bg1"/>
              </a:buClr>
              <a:buFont typeface="Wingdings" panose="05000000000000000000" pitchFamily="2" charset="2"/>
              <a:buChar char="§"/>
              <a:defRPr sz="1600" baseline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§"/>
              <a:defRPr sz="2200" spc="100" baseline="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§"/>
              <a:defRPr sz="1800" baseline="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§"/>
              <a:defRPr baseline="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§"/>
              <a:defRPr baseline="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nl-NL" dirty="0"/>
              <a:t>Klik om de modelstijlen te bewerken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4267200" y="1318054"/>
            <a:ext cx="45719" cy="488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85536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eldia">
    <p:bg>
      <p:bgPr>
        <a:solidFill>
          <a:srgbClr val="EB5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pour une image  8"/>
          <p:cNvSpPr>
            <a:spLocks noGrp="1"/>
          </p:cNvSpPr>
          <p:nvPr>
            <p:ph type="pic" sz="quarter" idx="18"/>
          </p:nvPr>
        </p:nvSpPr>
        <p:spPr bwMode="gray">
          <a:xfrm>
            <a:off x="5117525" y="0"/>
            <a:ext cx="7074475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1044000" bIns="0" anchor="ctr" anchorCtr="0"/>
          <a:lstStyle>
            <a:lvl1pPr marL="0" indent="0" algn="ctr">
              <a:spcAft>
                <a:spcPts val="0"/>
              </a:spcAft>
              <a:buNone/>
              <a:defRPr sz="1100" b="0" baseline="0"/>
            </a:lvl1pPr>
          </a:lstStyle>
          <a:p>
            <a:pPr lvl="0"/>
            <a:r>
              <a:rPr lang="en-US" noProof="0"/>
              <a:t>Click icon to add picture</a:t>
            </a:r>
            <a:endParaRPr lang="nl-NL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61706" y="952960"/>
            <a:ext cx="4317386" cy="6223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1" cap="all" spc="100" baseline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Product or system</a:t>
            </a:r>
            <a:endParaRPr lang="nl-NL" dirty="0"/>
          </a:p>
        </p:txBody>
      </p:sp>
      <p:sp>
        <p:nvSpPr>
          <p:cNvPr id="16" name="Title 15"/>
          <p:cNvSpPr>
            <a:spLocks noGrp="1"/>
          </p:cNvSpPr>
          <p:nvPr>
            <p:ph type="title" hasCustomPrompt="1"/>
          </p:nvPr>
        </p:nvSpPr>
        <p:spPr>
          <a:xfrm>
            <a:off x="361706" y="341195"/>
            <a:ext cx="4317386" cy="482589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2400" cap="none" baseline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</a:t>
            </a:r>
            <a:endParaRPr lang="nl-NL" dirty="0"/>
          </a:p>
        </p:txBody>
      </p:sp>
      <p:sp>
        <p:nvSpPr>
          <p:cNvPr id="7" name="Content Placeholder 2"/>
          <p:cNvSpPr>
            <a:spLocks noGrp="1"/>
          </p:cNvSpPr>
          <p:nvPr>
            <p:ph idx="11" hasCustomPrompt="1"/>
          </p:nvPr>
        </p:nvSpPr>
        <p:spPr>
          <a:xfrm>
            <a:off x="361706" y="1704478"/>
            <a:ext cx="4317386" cy="4320000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bg1"/>
              </a:buClr>
              <a:buFont typeface="Wingdings" panose="05000000000000000000" pitchFamily="2" charset="2"/>
              <a:buChar char="§"/>
              <a:defRPr sz="1600" baseline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§"/>
              <a:defRPr sz="2200" spc="100" baseline="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§"/>
              <a:defRPr sz="1800" baseline="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§"/>
              <a:defRPr baseline="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§"/>
              <a:defRPr baseline="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nl-NL" dirty="0"/>
              <a:t>Klik om de modelstijlen te bewerken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4267200" y="1318054"/>
            <a:ext cx="45719" cy="488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141886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eldia">
    <p:bg>
      <p:bgPr>
        <a:solidFill>
          <a:srgbClr val="1961A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pour une image  8"/>
          <p:cNvSpPr>
            <a:spLocks noGrp="1"/>
          </p:cNvSpPr>
          <p:nvPr>
            <p:ph type="pic" sz="quarter" idx="18"/>
          </p:nvPr>
        </p:nvSpPr>
        <p:spPr bwMode="gray">
          <a:xfrm>
            <a:off x="5117525" y="0"/>
            <a:ext cx="7074475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1044000" bIns="0" anchor="ctr" anchorCtr="0"/>
          <a:lstStyle>
            <a:lvl1pPr marL="0" indent="0" algn="ctr">
              <a:spcAft>
                <a:spcPts val="0"/>
              </a:spcAft>
              <a:buNone/>
              <a:defRPr sz="1100" b="0" baseline="0"/>
            </a:lvl1pPr>
          </a:lstStyle>
          <a:p>
            <a:pPr lvl="0"/>
            <a:r>
              <a:rPr lang="en-US" noProof="0"/>
              <a:t>Click icon to add picture</a:t>
            </a:r>
            <a:endParaRPr lang="nl-NL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61706" y="952960"/>
            <a:ext cx="4317386" cy="6223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1" cap="all" spc="100" baseline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Product or system</a:t>
            </a:r>
            <a:endParaRPr lang="nl-NL" dirty="0"/>
          </a:p>
        </p:txBody>
      </p:sp>
      <p:sp>
        <p:nvSpPr>
          <p:cNvPr id="16" name="Title 15"/>
          <p:cNvSpPr>
            <a:spLocks noGrp="1"/>
          </p:cNvSpPr>
          <p:nvPr>
            <p:ph type="title" hasCustomPrompt="1"/>
          </p:nvPr>
        </p:nvSpPr>
        <p:spPr>
          <a:xfrm>
            <a:off x="361706" y="341195"/>
            <a:ext cx="4317386" cy="482589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2400" cap="none" baseline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</a:t>
            </a:r>
            <a:endParaRPr lang="nl-NL" dirty="0"/>
          </a:p>
        </p:txBody>
      </p:sp>
      <p:sp>
        <p:nvSpPr>
          <p:cNvPr id="7" name="Content Placeholder 2"/>
          <p:cNvSpPr>
            <a:spLocks noGrp="1"/>
          </p:cNvSpPr>
          <p:nvPr>
            <p:ph idx="11" hasCustomPrompt="1"/>
          </p:nvPr>
        </p:nvSpPr>
        <p:spPr>
          <a:xfrm>
            <a:off x="361706" y="1704478"/>
            <a:ext cx="4317386" cy="4320000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bg1"/>
              </a:buClr>
              <a:buFont typeface="Wingdings" panose="05000000000000000000" pitchFamily="2" charset="2"/>
              <a:buChar char="§"/>
              <a:defRPr sz="1600" baseline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§"/>
              <a:defRPr sz="2200" spc="100" baseline="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§"/>
              <a:defRPr sz="1800" baseline="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§"/>
              <a:defRPr baseline="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§"/>
              <a:defRPr baseline="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nl-NL" dirty="0"/>
              <a:t>Klik om de modelstijlen te bewerken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4267200" y="1318054"/>
            <a:ext cx="45719" cy="488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26956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angepaste indeling">
    <p:bg>
      <p:bgPr>
        <a:solidFill>
          <a:srgbClr val="38B6A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5"/>
          <p:cNvSpPr>
            <a:spLocks noGrp="1"/>
          </p:cNvSpPr>
          <p:nvPr>
            <p:ph type="title" hasCustomPrompt="1"/>
          </p:nvPr>
        </p:nvSpPr>
        <p:spPr>
          <a:xfrm>
            <a:off x="360000" y="1824286"/>
            <a:ext cx="3171568" cy="2561531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4400" cap="none" baseline="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nl-NL" dirty="0" err="1"/>
              <a:t>imagine</a:t>
            </a:r>
            <a:br>
              <a:rPr lang="nl-NL" dirty="0"/>
            </a:br>
            <a:r>
              <a:rPr lang="nl-NL" dirty="0" err="1"/>
              <a:t>tomorrow</a:t>
            </a:r>
            <a:r>
              <a:rPr lang="nl-NL" dirty="0"/>
              <a:t>.</a:t>
            </a:r>
            <a:br>
              <a:rPr lang="nl-NL" dirty="0"/>
            </a:br>
            <a:r>
              <a:rPr lang="nl-NL" dirty="0" err="1"/>
              <a:t>challenge</a:t>
            </a:r>
            <a:br>
              <a:rPr lang="nl-NL" dirty="0"/>
            </a:br>
            <a:r>
              <a:rPr lang="nl-NL" dirty="0" err="1"/>
              <a:t>today</a:t>
            </a:r>
            <a:r>
              <a:rPr lang="nl-NL" dirty="0"/>
              <a:t>.</a:t>
            </a:r>
          </a:p>
        </p:txBody>
      </p:sp>
      <p:pic>
        <p:nvPicPr>
          <p:cNvPr id="13" name="Picture 1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0000" y="6120000"/>
            <a:ext cx="3179782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TextBox 13"/>
          <p:cNvSpPr txBox="1"/>
          <p:nvPr userDrawn="1"/>
        </p:nvSpPr>
        <p:spPr>
          <a:xfrm>
            <a:off x="6619595" y="6257836"/>
            <a:ext cx="549381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nl-NL" sz="1100" b="0" i="0" u="none" strike="noStrike" spc="100" baseline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Institutenweg 25 | 7521 PH Enschede | The Netherlands</a:t>
            </a:r>
          </a:p>
          <a:p>
            <a:pPr algn="r"/>
            <a:r>
              <a:rPr lang="nl-NL" sz="1100" b="0" i="0" u="none" strike="noStrike" spc="100" baseline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+31(0)88 115 2000 | industrial@demcon.com | www.demcon.com/industrial</a:t>
            </a:r>
          </a:p>
        </p:txBody>
      </p:sp>
    </p:spTree>
    <p:extLst>
      <p:ext uri="{BB962C8B-B14F-4D97-AF65-F5344CB8AC3E}">
        <p14:creationId xmlns:p14="http://schemas.microsoft.com/office/powerpoint/2010/main" val="353461474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angepaste indeling">
    <p:bg>
      <p:bgPr>
        <a:solidFill>
          <a:srgbClr val="38B6A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5"/>
          <p:cNvSpPr>
            <a:spLocks noGrp="1"/>
          </p:cNvSpPr>
          <p:nvPr>
            <p:ph type="title" hasCustomPrompt="1"/>
          </p:nvPr>
        </p:nvSpPr>
        <p:spPr>
          <a:xfrm>
            <a:off x="360000" y="1853782"/>
            <a:ext cx="3171568" cy="2561531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4400" cap="none" baseline="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nl-NL" dirty="0" err="1"/>
              <a:t>imagine</a:t>
            </a:r>
            <a:br>
              <a:rPr lang="nl-NL" dirty="0"/>
            </a:br>
            <a:r>
              <a:rPr lang="nl-NL" dirty="0" err="1"/>
              <a:t>tomorrow</a:t>
            </a:r>
            <a:r>
              <a:rPr lang="nl-NL" dirty="0"/>
              <a:t>.</a:t>
            </a:r>
            <a:br>
              <a:rPr lang="nl-NL" dirty="0"/>
            </a:br>
            <a:r>
              <a:rPr lang="nl-NL" dirty="0" err="1"/>
              <a:t>challenge</a:t>
            </a:r>
            <a:br>
              <a:rPr lang="nl-NL" dirty="0"/>
            </a:br>
            <a:r>
              <a:rPr lang="nl-NL" dirty="0" err="1"/>
              <a:t>today</a:t>
            </a:r>
            <a:r>
              <a:rPr lang="nl-NL" dirty="0"/>
              <a:t>.</a:t>
            </a:r>
          </a:p>
        </p:txBody>
      </p:sp>
      <p:pic>
        <p:nvPicPr>
          <p:cNvPr id="13" name="Picture 1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0000" y="6120000"/>
            <a:ext cx="3179782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extBox 1"/>
          <p:cNvSpPr txBox="1"/>
          <p:nvPr userDrawn="1"/>
        </p:nvSpPr>
        <p:spPr>
          <a:xfrm>
            <a:off x="6413055" y="6239836"/>
            <a:ext cx="5493875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nl-NL" sz="1100" b="0" i="0" u="none" strike="noStrike" spc="100" baseline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Zernikelaan 6 | 9747 AA  Groningen | The Netherlands</a:t>
            </a:r>
          </a:p>
          <a:p>
            <a:pPr algn="r"/>
            <a:r>
              <a:rPr lang="nl-NL" sz="1100" b="0" i="0" u="none" strike="noStrike" spc="100" baseline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+31(0)88 115 2000 | industrial@demcon.com | www.demcon.com/industrial</a:t>
            </a:r>
            <a:endParaRPr lang="nl-NL" sz="1100" spc="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/>
            <a:endParaRPr lang="nl-NL" sz="1100" spc="1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591978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angepaste indeling">
    <p:bg>
      <p:bgPr>
        <a:solidFill>
          <a:srgbClr val="38B6A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5"/>
          <p:cNvSpPr>
            <a:spLocks noGrp="1"/>
          </p:cNvSpPr>
          <p:nvPr>
            <p:ph type="title" hasCustomPrompt="1"/>
          </p:nvPr>
        </p:nvSpPr>
        <p:spPr>
          <a:xfrm>
            <a:off x="360000" y="1883279"/>
            <a:ext cx="3171568" cy="2561531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4400" cap="none" baseline="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nl-NL" dirty="0" err="1"/>
              <a:t>imagine</a:t>
            </a:r>
            <a:br>
              <a:rPr lang="nl-NL" dirty="0"/>
            </a:br>
            <a:r>
              <a:rPr lang="nl-NL" dirty="0" err="1"/>
              <a:t>tomorrow</a:t>
            </a:r>
            <a:r>
              <a:rPr lang="nl-NL" dirty="0"/>
              <a:t>.</a:t>
            </a:r>
            <a:br>
              <a:rPr lang="nl-NL" dirty="0"/>
            </a:br>
            <a:r>
              <a:rPr lang="nl-NL" dirty="0" err="1"/>
              <a:t>challenge</a:t>
            </a:r>
            <a:br>
              <a:rPr lang="nl-NL" dirty="0"/>
            </a:br>
            <a:r>
              <a:rPr lang="nl-NL" dirty="0" err="1"/>
              <a:t>today</a:t>
            </a:r>
            <a:r>
              <a:rPr lang="nl-NL" dirty="0"/>
              <a:t>.</a:t>
            </a:r>
          </a:p>
        </p:txBody>
      </p:sp>
      <p:pic>
        <p:nvPicPr>
          <p:cNvPr id="13" name="Picture 1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0000" y="6120000"/>
            <a:ext cx="3179782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 userDrawn="1"/>
        </p:nvSpPr>
        <p:spPr>
          <a:xfrm>
            <a:off x="6565403" y="6239836"/>
            <a:ext cx="534152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nl-NL" sz="1100" b="0" i="0" u="none" strike="noStrike" spc="100" baseline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Wilhelm-</a:t>
            </a:r>
            <a:r>
              <a:rPr lang="nl-NL" sz="1100" b="0" i="0" u="none" strike="noStrike" spc="100" baseline="0" dirty="0" err="1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Schickard</a:t>
            </a:r>
            <a:r>
              <a:rPr lang="nl-NL" sz="1100" b="0" i="0" u="none" strike="noStrike" spc="100" baseline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nl-NL" sz="1100" b="0" i="0" u="none" strike="noStrike" spc="100" baseline="0" dirty="0" err="1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Straße</a:t>
            </a:r>
            <a:r>
              <a:rPr lang="nl-NL" sz="1100" b="0" i="0" u="none" strike="noStrike" spc="100" baseline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6 | 48149 Münster | Germany </a:t>
            </a:r>
          </a:p>
          <a:p>
            <a:pPr algn="r"/>
            <a:r>
              <a:rPr lang="nl-NL" sz="1100" b="0" i="0" u="none" strike="noStrike" spc="100" baseline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+31 88 115 2000 | industrial@demcon.com | www.demcon.com/industrial</a:t>
            </a:r>
          </a:p>
        </p:txBody>
      </p:sp>
    </p:spTree>
    <p:extLst>
      <p:ext uri="{BB962C8B-B14F-4D97-AF65-F5344CB8AC3E}">
        <p14:creationId xmlns:p14="http://schemas.microsoft.com/office/powerpoint/2010/main" val="339566916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4"/>
          <p:cNvSpPr>
            <a:spLocks noChangeAspect="1" noChangeArrowheads="1" noTextEdit="1"/>
          </p:cNvSpPr>
          <p:nvPr userDrawn="1"/>
        </p:nvSpPr>
        <p:spPr bwMode="auto">
          <a:xfrm>
            <a:off x="260350" y="2887663"/>
            <a:ext cx="4439967" cy="2509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385318" y="4831904"/>
            <a:ext cx="7195990" cy="169526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800" b="1" cap="all" baseline="0">
                <a:solidFill>
                  <a:srgbClr val="005BA9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 dirty="0"/>
              <a:t>Klik om de ondertitelstijl van het model te bewerken</a:t>
            </a:r>
          </a:p>
        </p:txBody>
      </p:sp>
      <p:sp>
        <p:nvSpPr>
          <p:cNvPr id="17" name="Title 15"/>
          <p:cNvSpPr>
            <a:spLocks noGrp="1"/>
          </p:cNvSpPr>
          <p:nvPr>
            <p:ph type="title"/>
          </p:nvPr>
        </p:nvSpPr>
        <p:spPr>
          <a:xfrm>
            <a:off x="4385318" y="4039816"/>
            <a:ext cx="7195990" cy="79208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4000" b="0" cap="none" baseline="0">
                <a:solidFill>
                  <a:srgbClr val="0060AC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</a:lstStyle>
          <a:p>
            <a:r>
              <a:rPr lang="nl-NL" dirty="0"/>
              <a:t>Klik om de stijl te bewerken</a:t>
            </a:r>
          </a:p>
        </p:txBody>
      </p:sp>
      <p:pic>
        <p:nvPicPr>
          <p:cNvPr id="8" name="Picture 7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0000" y="6120000"/>
            <a:ext cx="3459928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681251070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.pn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.png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.png"/><Relationship Id="rId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20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33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3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2.xml"/><Relationship Id="rId16" Type="http://schemas.openxmlformats.org/officeDocument/2006/relationships/theme" Target="../theme/theme7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4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image" Target="../media/image1.png"/><Relationship Id="rId5" Type="http://schemas.openxmlformats.org/officeDocument/2006/relationships/theme" Target="../theme/theme8.xml"/><Relationship Id="rId4" Type="http://schemas.openxmlformats.org/officeDocument/2006/relationships/slideLayout" Target="../slideLayouts/slideLayout39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2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5" Type="http://schemas.openxmlformats.org/officeDocument/2006/relationships/theme" Target="../theme/theme9.xml"/><Relationship Id="rId4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7"/>
          <p:cNvSpPr txBox="1">
            <a:spLocks/>
          </p:cNvSpPr>
          <p:nvPr userDrawn="1"/>
        </p:nvSpPr>
        <p:spPr>
          <a:xfrm>
            <a:off x="11691724" y="6537943"/>
            <a:ext cx="527381" cy="365125"/>
          </a:xfrm>
          <a:prstGeom prst="rect">
            <a:avLst/>
          </a:prstGeom>
        </p:spPr>
        <p:txBody>
          <a:bodyPr/>
          <a:lstStyle>
            <a:defPPr>
              <a:defRPr lang="nl-NL"/>
            </a:defPPr>
            <a:lvl1pPr marL="0" algn="l" defTabSz="914400" rtl="0" eaLnBrk="1" latinLnBrk="0" hangingPunct="1">
              <a:defRPr sz="1200" kern="1200">
                <a:solidFill>
                  <a:srgbClr val="0061AB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EE7185-A582-4542-8FF0-969B3F80C0A5}" type="slidenum">
              <a:rPr lang="nl-NL" sz="1200" smtClean="0">
                <a:solidFill>
                  <a:schemeClr val="bg1"/>
                </a:solidFill>
              </a:rPr>
              <a:pPr/>
              <a:t>‹#›</a:t>
            </a:fld>
            <a:endParaRPr lang="nl-NL" sz="1200" dirty="0">
              <a:solidFill>
                <a:schemeClr val="bg1"/>
              </a:solidFill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0000" y="6120000"/>
            <a:ext cx="3179782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821600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53" r:id="rId2"/>
    <p:sldLayoutId id="2147483849" r:id="rId3"/>
    <p:sldLayoutId id="2147483850" r:id="rId4"/>
    <p:sldLayoutId id="2147483851" r:id="rId5"/>
    <p:sldLayoutId id="2147483852" r:id="rId6"/>
    <p:sldLayoutId id="2147483854" r:id="rId7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38B6A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7"/>
          <p:cNvSpPr txBox="1">
            <a:spLocks/>
          </p:cNvSpPr>
          <p:nvPr userDrawn="1"/>
        </p:nvSpPr>
        <p:spPr>
          <a:xfrm>
            <a:off x="11691724" y="6537943"/>
            <a:ext cx="527381" cy="365125"/>
          </a:xfrm>
          <a:prstGeom prst="rect">
            <a:avLst/>
          </a:prstGeom>
        </p:spPr>
        <p:txBody>
          <a:bodyPr/>
          <a:lstStyle>
            <a:defPPr>
              <a:defRPr lang="nl-NL"/>
            </a:defPPr>
            <a:lvl1pPr marL="0" algn="l" defTabSz="914400" rtl="0" eaLnBrk="1" latinLnBrk="0" hangingPunct="1">
              <a:defRPr sz="1200" kern="1200">
                <a:solidFill>
                  <a:srgbClr val="0061AB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EE7185-A582-4542-8FF0-969B3F80C0A5}" type="slidenum">
              <a:rPr lang="nl-NL" sz="1200" smtClean="0">
                <a:solidFill>
                  <a:schemeClr val="bg1"/>
                </a:solidFill>
              </a:rPr>
              <a:pPr/>
              <a:t>‹#›</a:t>
            </a:fld>
            <a:endParaRPr lang="nl-NL" sz="1200" dirty="0">
              <a:solidFill>
                <a:schemeClr val="bg1"/>
              </a:solidFill>
            </a:endParaRPr>
          </a:p>
        </p:txBody>
      </p:sp>
      <p:pic>
        <p:nvPicPr>
          <p:cNvPr id="10" name="Picture 9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0000" y="6120000"/>
            <a:ext cx="3179782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755311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1" r:id="rId2"/>
    <p:sldLayoutId id="2147483809" r:id="rId3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9B4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7"/>
          <p:cNvSpPr txBox="1">
            <a:spLocks/>
          </p:cNvSpPr>
          <p:nvPr userDrawn="1"/>
        </p:nvSpPr>
        <p:spPr>
          <a:xfrm>
            <a:off x="11691724" y="6537943"/>
            <a:ext cx="527381" cy="365125"/>
          </a:xfrm>
          <a:prstGeom prst="rect">
            <a:avLst/>
          </a:prstGeom>
        </p:spPr>
        <p:txBody>
          <a:bodyPr/>
          <a:lstStyle>
            <a:defPPr>
              <a:defRPr lang="nl-NL"/>
            </a:defPPr>
            <a:lvl1pPr marL="0" algn="l" defTabSz="914400" rtl="0" eaLnBrk="1" latinLnBrk="0" hangingPunct="1">
              <a:defRPr sz="1200" kern="1200">
                <a:solidFill>
                  <a:srgbClr val="0061AB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EE7185-A582-4542-8FF0-969B3F80C0A5}" type="slidenum">
              <a:rPr lang="nl-NL" sz="1200" smtClean="0">
                <a:solidFill>
                  <a:schemeClr val="bg1"/>
                </a:solidFill>
              </a:rPr>
              <a:pPr/>
              <a:t>‹#›</a:t>
            </a:fld>
            <a:endParaRPr lang="nl-NL" sz="1200" dirty="0">
              <a:solidFill>
                <a:schemeClr val="bg1"/>
              </a:solidFill>
            </a:endParaRPr>
          </a:p>
        </p:txBody>
      </p:sp>
      <p:pic>
        <p:nvPicPr>
          <p:cNvPr id="10" name="Picture 9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0000" y="6120000"/>
            <a:ext cx="3179782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997864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5" r:id="rId2"/>
    <p:sldLayoutId id="2147483777" r:id="rId3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B5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7"/>
          <p:cNvSpPr txBox="1">
            <a:spLocks/>
          </p:cNvSpPr>
          <p:nvPr userDrawn="1"/>
        </p:nvSpPr>
        <p:spPr>
          <a:xfrm>
            <a:off x="11691724" y="6537943"/>
            <a:ext cx="527381" cy="365125"/>
          </a:xfrm>
          <a:prstGeom prst="rect">
            <a:avLst/>
          </a:prstGeom>
        </p:spPr>
        <p:txBody>
          <a:bodyPr/>
          <a:lstStyle>
            <a:defPPr>
              <a:defRPr lang="nl-NL"/>
            </a:defPPr>
            <a:lvl1pPr marL="0" algn="l" defTabSz="914400" rtl="0" eaLnBrk="1" latinLnBrk="0" hangingPunct="1">
              <a:defRPr sz="1200" kern="1200">
                <a:solidFill>
                  <a:srgbClr val="0061AB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EE7185-A582-4542-8FF0-969B3F80C0A5}" type="slidenum">
              <a:rPr lang="nl-NL" sz="1200" smtClean="0">
                <a:solidFill>
                  <a:schemeClr val="bg1"/>
                </a:solidFill>
              </a:rPr>
              <a:pPr/>
              <a:t>‹#›</a:t>
            </a:fld>
            <a:endParaRPr lang="nl-NL" sz="1200" dirty="0">
              <a:solidFill>
                <a:schemeClr val="bg1"/>
              </a:solidFill>
            </a:endParaRPr>
          </a:p>
        </p:txBody>
      </p:sp>
      <p:pic>
        <p:nvPicPr>
          <p:cNvPr id="10" name="Picture 9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0000" y="6120000"/>
            <a:ext cx="3179782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609205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79" r:id="rId2"/>
    <p:sldLayoutId id="2147483781" r:id="rId3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5B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7"/>
          <p:cNvSpPr txBox="1">
            <a:spLocks/>
          </p:cNvSpPr>
          <p:nvPr userDrawn="1"/>
        </p:nvSpPr>
        <p:spPr>
          <a:xfrm>
            <a:off x="11691724" y="6537943"/>
            <a:ext cx="527381" cy="365125"/>
          </a:xfrm>
          <a:prstGeom prst="rect">
            <a:avLst/>
          </a:prstGeom>
        </p:spPr>
        <p:txBody>
          <a:bodyPr/>
          <a:lstStyle>
            <a:defPPr>
              <a:defRPr lang="nl-NL"/>
            </a:defPPr>
            <a:lvl1pPr marL="0" algn="l" defTabSz="914400" rtl="0" eaLnBrk="1" latinLnBrk="0" hangingPunct="1">
              <a:defRPr sz="1200" kern="1200">
                <a:solidFill>
                  <a:srgbClr val="0061AB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EE7185-A582-4542-8FF0-969B3F80C0A5}" type="slidenum">
              <a:rPr lang="nl-NL" sz="1200" smtClean="0">
                <a:solidFill>
                  <a:schemeClr val="bg1"/>
                </a:solidFill>
              </a:rPr>
              <a:pPr/>
              <a:t>‹#›</a:t>
            </a:fld>
            <a:endParaRPr lang="nl-NL" sz="1200" dirty="0">
              <a:solidFill>
                <a:schemeClr val="bg1"/>
              </a:solidFill>
            </a:endParaRPr>
          </a:p>
        </p:txBody>
      </p:sp>
      <p:pic>
        <p:nvPicPr>
          <p:cNvPr id="10" name="Picture 9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0000" y="6120000"/>
            <a:ext cx="3179782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425497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3" r:id="rId2"/>
    <p:sldLayoutId id="2147483785" r:id="rId3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0000" y="6120000"/>
            <a:ext cx="3179782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34961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17"/>
          <p:cNvSpPr txBox="1">
            <a:spLocks/>
          </p:cNvSpPr>
          <p:nvPr userDrawn="1"/>
        </p:nvSpPr>
        <p:spPr>
          <a:xfrm>
            <a:off x="11691724" y="6492875"/>
            <a:ext cx="527381" cy="365125"/>
          </a:xfrm>
          <a:prstGeom prst="rect">
            <a:avLst/>
          </a:prstGeom>
        </p:spPr>
        <p:txBody>
          <a:bodyPr/>
          <a:lstStyle>
            <a:defPPr>
              <a:defRPr lang="nl-NL"/>
            </a:defPPr>
            <a:lvl1pPr marL="0" algn="l" defTabSz="914400" rtl="0" eaLnBrk="1" latinLnBrk="0" hangingPunct="1">
              <a:defRPr sz="1200" kern="1200">
                <a:solidFill>
                  <a:srgbClr val="0061AB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EE7185-A582-4542-8FF0-969B3F80C0A5}" type="slidenum">
              <a:rPr lang="nl-NL" sz="10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nl-NL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 noChangeArrowheads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0000" y="6300000"/>
            <a:ext cx="1589892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424321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4" r:id="rId2"/>
    <p:sldLayoutId id="2147483816" r:id="rId3"/>
    <p:sldLayoutId id="2147483817" r:id="rId4"/>
    <p:sldLayoutId id="2147483745" r:id="rId5"/>
    <p:sldLayoutId id="2147483812" r:id="rId6"/>
    <p:sldLayoutId id="2147483813" r:id="rId7"/>
    <p:sldLayoutId id="2147483814" r:id="rId8"/>
    <p:sldLayoutId id="2147483815" r:id="rId9"/>
    <p:sldLayoutId id="2147483750" r:id="rId10"/>
    <p:sldLayoutId id="2147483786" r:id="rId11"/>
    <p:sldLayoutId id="2147483692" r:id="rId12"/>
    <p:sldLayoutId id="2147483744" r:id="rId13"/>
    <p:sldLayoutId id="2147483768" r:id="rId14"/>
    <p:sldLayoutId id="214748382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0000" y="6120000"/>
            <a:ext cx="3179782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194520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9" r:id="rId2"/>
    <p:sldLayoutId id="2147483821" r:id="rId3"/>
    <p:sldLayoutId id="2147483820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8890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855" r:id="rId2"/>
    <p:sldLayoutId id="2147483856" r:id="rId3"/>
    <p:sldLayoutId id="2147483793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/>
              <a:t>JHP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Pressure Testing: 20.10.23</a:t>
            </a:r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sz="quarter" idx="18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95" b="1609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0201836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B902BEE-9E6B-FDD0-61B2-51537E972765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de-DE" dirty="0"/>
              <a:t>Flow </a:t>
            </a:r>
            <a:r>
              <a:rPr lang="de-DE" dirty="0" err="1"/>
              <a:t>reducer</a:t>
            </a:r>
            <a:r>
              <a:rPr lang="de-DE" dirty="0"/>
              <a:t>: GPRO-10</a:t>
            </a:r>
          </a:p>
          <a:p>
            <a:r>
              <a:rPr lang="de-DE" dirty="0" err="1"/>
              <a:t>Water</a:t>
            </a:r>
            <a:r>
              <a:rPr lang="de-DE" dirty="0"/>
              <a:t> box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leakage</a:t>
            </a:r>
            <a:r>
              <a:rPr lang="de-DE" dirty="0"/>
              <a:t> </a:t>
            </a:r>
            <a:r>
              <a:rPr lang="de-DE" dirty="0" err="1"/>
              <a:t>detection</a:t>
            </a:r>
            <a:endParaRPr lang="de-DE" dirty="0"/>
          </a:p>
          <a:p>
            <a:r>
              <a:rPr lang="de-DE" dirty="0" err="1"/>
              <a:t>Oxygenator</a:t>
            </a:r>
            <a:r>
              <a:rPr lang="de-DE" dirty="0"/>
              <a:t> A </a:t>
            </a:r>
            <a:r>
              <a:rPr lang="de-DE" dirty="0" err="1"/>
              <a:t>from</a:t>
            </a:r>
            <a:r>
              <a:rPr lang="de-DE" dirty="0"/>
              <a:t> 001 Alpha (</a:t>
            </a:r>
            <a:r>
              <a:rPr lang="de-DE" dirty="0" err="1"/>
              <a:t>used</a:t>
            </a:r>
            <a:r>
              <a:rPr lang="de-DE" dirty="0"/>
              <a:t>, </a:t>
            </a:r>
            <a:r>
              <a:rPr lang="de-DE" dirty="0" err="1"/>
              <a:t>even</a:t>
            </a:r>
            <a:r>
              <a:rPr lang="de-DE" dirty="0"/>
              <a:t> </a:t>
            </a:r>
            <a:r>
              <a:rPr lang="de-DE" dirty="0" err="1"/>
              <a:t>overtightened</a:t>
            </a:r>
            <a:r>
              <a:rPr lang="de-DE" dirty="0"/>
              <a:t>, etc.)</a:t>
            </a:r>
          </a:p>
          <a:p>
            <a:r>
              <a:rPr lang="de-DE" dirty="0" err="1"/>
              <a:t>Oxygenator</a:t>
            </a:r>
            <a:r>
              <a:rPr lang="de-DE" dirty="0"/>
              <a:t> B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new</a:t>
            </a:r>
            <a:r>
              <a:rPr lang="de-DE" dirty="0"/>
              <a:t> </a:t>
            </a:r>
            <a:r>
              <a:rPr lang="de-DE" dirty="0" err="1"/>
              <a:t>series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5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9315DB52-0F33-9438-2AF0-942D300CA298}"/>
              </a:ext>
            </a:extLst>
          </p:cNvPr>
          <p:cNvPicPr>
            <a:picLocks noGrp="1" noChangeAspect="1"/>
          </p:cNvPicPr>
          <p:nvPr>
            <p:ph idx="1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5388" y="1601986"/>
            <a:ext cx="5221287" cy="3915965"/>
          </a:xfr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6D9FC5A1-481F-6010-BD1A-6FC3FDA1E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Setup</a:t>
            </a:r>
          </a:p>
        </p:txBody>
      </p:sp>
    </p:spTree>
    <p:extLst>
      <p:ext uri="{BB962C8B-B14F-4D97-AF65-F5344CB8AC3E}">
        <p14:creationId xmlns:p14="http://schemas.microsoft.com/office/powerpoint/2010/main" val="2967932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BA6FDF2-1C6E-5AC5-EA60-40D4903623A9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de-DE" dirty="0" err="1"/>
              <a:t>Notice</a:t>
            </a:r>
            <a:r>
              <a:rPr lang="de-DE" dirty="0"/>
              <a:t>: MFC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used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curves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O2/N2/CO2 </a:t>
            </a:r>
            <a:r>
              <a:rPr lang="de-DE" dirty="0" err="1"/>
              <a:t>altough</a:t>
            </a:r>
            <a:r>
              <a:rPr lang="de-DE" dirty="0"/>
              <a:t> </a:t>
            </a:r>
            <a:r>
              <a:rPr lang="de-DE" dirty="0" err="1"/>
              <a:t>air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used</a:t>
            </a:r>
            <a:endParaRPr lang="de-DE" dirty="0"/>
          </a:p>
          <a:p>
            <a:r>
              <a:rPr lang="de-DE" dirty="0" err="1"/>
              <a:t>Oxygenator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shortcutted</a:t>
            </a:r>
            <a:r>
              <a:rPr lang="de-DE" dirty="0"/>
              <a:t> and </a:t>
            </a:r>
            <a:r>
              <a:rPr lang="de-DE" dirty="0" err="1"/>
              <a:t>only</a:t>
            </a:r>
            <a:r>
              <a:rPr lang="de-DE" dirty="0"/>
              <a:t> MFC + GPRO-10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measured</a:t>
            </a:r>
            <a:endParaRPr lang="de-DE" dirty="0"/>
          </a:p>
          <a:p>
            <a:r>
              <a:rPr lang="de-DE" dirty="0"/>
              <a:t>@10ml/min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two</a:t>
            </a:r>
            <a:r>
              <a:rPr lang="de-DE" dirty="0"/>
              <a:t> different GPRO-10 </a:t>
            </a:r>
            <a:r>
              <a:rPr lang="de-DE" dirty="0" err="1"/>
              <a:t>result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same </a:t>
            </a:r>
            <a:r>
              <a:rPr lang="de-DE" dirty="0" err="1"/>
              <a:t>pressures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43EE0-A50A-92ED-903C-817AB1F0C23E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de-DE" dirty="0"/>
              <a:t>Relevant </a:t>
            </a:r>
            <a:r>
              <a:rPr lang="de-DE" dirty="0" err="1"/>
              <a:t>settings</a:t>
            </a:r>
            <a:r>
              <a:rPr lang="de-DE" dirty="0"/>
              <a:t> </a:t>
            </a:r>
            <a:r>
              <a:rPr lang="de-DE" dirty="0" err="1"/>
              <a:t>tested</a:t>
            </a:r>
            <a:r>
              <a:rPr lang="de-DE" dirty="0"/>
              <a:t>:</a:t>
            </a:r>
          </a:p>
          <a:p>
            <a:pPr lvl="1"/>
            <a:r>
              <a:rPr lang="de-DE" dirty="0"/>
              <a:t>Setting 5: ~48mbar</a:t>
            </a:r>
          </a:p>
          <a:p>
            <a:pPr lvl="1"/>
            <a:r>
              <a:rPr lang="de-DE" dirty="0"/>
              <a:t>Setting 6: ~110mbar</a:t>
            </a:r>
          </a:p>
          <a:p>
            <a:pPr lvl="1"/>
            <a:r>
              <a:rPr lang="de-DE" dirty="0"/>
              <a:t>Setting 7: ~250mbar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47FDFF3-C7D9-7988-967E-370D95E52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Flow </a:t>
            </a:r>
            <a:r>
              <a:rPr lang="de-DE" dirty="0" err="1"/>
              <a:t>reducer</a:t>
            </a:r>
            <a:r>
              <a:rPr lang="de-DE" dirty="0"/>
              <a:t> GPRO-10</a:t>
            </a:r>
          </a:p>
        </p:txBody>
      </p:sp>
    </p:spTree>
    <p:extLst>
      <p:ext uri="{BB962C8B-B14F-4D97-AF65-F5344CB8AC3E}">
        <p14:creationId xmlns:p14="http://schemas.microsoft.com/office/powerpoint/2010/main" val="3681578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6958D37-0376-60F3-0E53-002C45A048A3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de-DE" dirty="0" err="1"/>
              <a:t>Testing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10ml/min and </a:t>
            </a:r>
            <a:r>
              <a:rPr lang="de-DE" dirty="0" err="1"/>
              <a:t>Oxy</a:t>
            </a:r>
            <a:r>
              <a:rPr lang="de-DE" dirty="0"/>
              <a:t> A; </a:t>
            </a:r>
            <a:r>
              <a:rPr lang="de-DE" dirty="0" err="1"/>
              <a:t>channels</a:t>
            </a:r>
            <a:r>
              <a:rPr lang="de-DE" dirty="0"/>
              <a:t> pH and DO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connected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well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„</a:t>
            </a:r>
            <a:r>
              <a:rPr lang="de-DE" dirty="0" err="1"/>
              <a:t>vent</a:t>
            </a:r>
            <a:r>
              <a:rPr lang="de-DE" dirty="0"/>
              <a:t>“; </a:t>
            </a:r>
            <a:r>
              <a:rPr lang="de-DE" dirty="0" err="1"/>
              <a:t>bigger</a:t>
            </a:r>
            <a:r>
              <a:rPr lang="de-DE" dirty="0"/>
              <a:t> </a:t>
            </a:r>
            <a:r>
              <a:rPr lang="de-DE" dirty="0" err="1"/>
              <a:t>blue</a:t>
            </a:r>
            <a:r>
              <a:rPr lang="de-DE" dirty="0"/>
              <a:t> </a:t>
            </a:r>
            <a:r>
              <a:rPr lang="de-DE" dirty="0" err="1"/>
              <a:t>grommet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used</a:t>
            </a:r>
            <a:r>
              <a:rPr lang="de-DE" dirty="0"/>
              <a:t> at </a:t>
            </a:r>
            <a:r>
              <a:rPr lang="de-DE" dirty="0" err="1"/>
              <a:t>outlet</a:t>
            </a:r>
            <a:endParaRPr lang="de-DE" dirty="0"/>
          </a:p>
          <a:p>
            <a:pPr lvl="1"/>
            <a:r>
              <a:rPr lang="de-DE" dirty="0"/>
              <a:t>Location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leakage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inlet</a:t>
            </a:r>
            <a:r>
              <a:rPr lang="de-DE" dirty="0"/>
              <a:t> and </a:t>
            </a:r>
            <a:r>
              <a:rPr lang="de-DE" dirty="0" err="1"/>
              <a:t>outlet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ca. 10 </a:t>
            </a:r>
            <a:r>
              <a:rPr lang="de-DE" dirty="0" err="1"/>
              <a:t>bubbles</a:t>
            </a:r>
            <a:r>
              <a:rPr lang="de-DE" dirty="0"/>
              <a:t>/min</a:t>
            </a:r>
          </a:p>
          <a:p>
            <a:pPr lvl="1"/>
            <a:r>
              <a:rPr lang="de-DE" dirty="0" err="1"/>
              <a:t>Pressure</a:t>
            </a:r>
            <a:r>
              <a:rPr lang="de-DE" dirty="0"/>
              <a:t> 75mbar (</a:t>
            </a:r>
            <a:r>
              <a:rPr lang="de-DE" dirty="0" err="1"/>
              <a:t>of</a:t>
            </a:r>
            <a:r>
              <a:rPr lang="de-DE" dirty="0"/>
              <a:t> 90mbar)</a:t>
            </a:r>
          </a:p>
          <a:p>
            <a:pPr lvl="1"/>
            <a:r>
              <a:rPr lang="de-DE" dirty="0"/>
              <a:t>Having </a:t>
            </a:r>
            <a:r>
              <a:rPr lang="de-DE" dirty="0" err="1"/>
              <a:t>Oxy</a:t>
            </a:r>
            <a:r>
              <a:rPr lang="de-DE" dirty="0"/>
              <a:t> in </a:t>
            </a:r>
            <a:r>
              <a:rPr lang="de-DE" dirty="0" err="1"/>
              <a:t>water</a:t>
            </a:r>
            <a:r>
              <a:rPr lang="de-DE" dirty="0"/>
              <a:t> </a:t>
            </a:r>
            <a:r>
              <a:rPr lang="de-DE" dirty="0" err="1"/>
              <a:t>does</a:t>
            </a:r>
            <a:r>
              <a:rPr lang="de-DE" dirty="0"/>
              <a:t> not </a:t>
            </a:r>
            <a:r>
              <a:rPr lang="de-DE" dirty="0" err="1"/>
              <a:t>make</a:t>
            </a:r>
            <a:r>
              <a:rPr lang="de-DE" dirty="0"/>
              <a:t> </a:t>
            </a:r>
            <a:r>
              <a:rPr lang="de-DE" dirty="0" err="1"/>
              <a:t>any</a:t>
            </a:r>
            <a:r>
              <a:rPr lang="de-DE" dirty="0"/>
              <a:t> </a:t>
            </a:r>
            <a:r>
              <a:rPr lang="de-DE" dirty="0" err="1"/>
              <a:t>difference</a:t>
            </a:r>
            <a:endParaRPr lang="de-DE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B70F06B-C18C-5CAD-D241-9B6E64CC9448}"/>
              </a:ext>
            </a:extLst>
          </p:cNvPr>
          <p:cNvPicPr>
            <a:picLocks noGrp="1" noChangeAspect="1"/>
          </p:cNvPicPr>
          <p:nvPr>
            <p:ph idx="1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5388" y="1601986"/>
            <a:ext cx="5221287" cy="3915965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39265FF-31F6-568E-F01F-00BE77736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Location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leakage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01666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7E497D-96B6-B028-EA6F-E780DA1B43E1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de-DE" dirty="0"/>
              <a:t>Same </a:t>
            </a:r>
            <a:r>
              <a:rPr lang="de-DE" dirty="0" err="1"/>
              <a:t>setup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above</a:t>
            </a:r>
            <a:r>
              <a:rPr lang="de-DE" dirty="0"/>
              <a:t>; </a:t>
            </a:r>
            <a:r>
              <a:rPr lang="de-DE" dirty="0" err="1"/>
              <a:t>grommets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configured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stick out 1mm</a:t>
            </a:r>
          </a:p>
          <a:p>
            <a:pPr lvl="1"/>
            <a:r>
              <a:rPr lang="de-DE" dirty="0" err="1"/>
              <a:t>Pressure</a:t>
            </a:r>
            <a:r>
              <a:rPr lang="de-DE" dirty="0"/>
              <a:t> 90mbar (same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without</a:t>
            </a:r>
            <a:r>
              <a:rPr lang="de-DE" dirty="0"/>
              <a:t> </a:t>
            </a:r>
            <a:r>
              <a:rPr lang="de-DE" dirty="0" err="1"/>
              <a:t>Oxy</a:t>
            </a:r>
            <a:r>
              <a:rPr lang="de-DE" dirty="0"/>
              <a:t>)</a:t>
            </a:r>
          </a:p>
          <a:p>
            <a:pPr lvl="1"/>
            <a:r>
              <a:rPr lang="de-DE" dirty="0"/>
              <a:t>Very </a:t>
            </a:r>
            <a:r>
              <a:rPr lang="de-DE" dirty="0" err="1"/>
              <a:t>low</a:t>
            </a:r>
            <a:r>
              <a:rPr lang="de-DE" dirty="0"/>
              <a:t> </a:t>
            </a:r>
            <a:r>
              <a:rPr lang="de-DE" dirty="0" err="1"/>
              <a:t>leakage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3 </a:t>
            </a:r>
            <a:r>
              <a:rPr lang="de-DE" dirty="0" err="1"/>
              <a:t>bubbles</a:t>
            </a:r>
            <a:r>
              <a:rPr lang="de-DE" dirty="0"/>
              <a:t>/min</a:t>
            </a:r>
          </a:p>
          <a:p>
            <a:pPr lvl="1"/>
            <a:r>
              <a:rPr lang="de-DE" dirty="0" err="1"/>
              <a:t>Issue</a:t>
            </a:r>
            <a:r>
              <a:rPr lang="de-DE" dirty="0"/>
              <a:t>: Permeable </a:t>
            </a:r>
            <a:r>
              <a:rPr lang="de-DE" dirty="0" err="1"/>
              <a:t>tube</a:t>
            </a:r>
            <a:r>
              <a:rPr lang="de-DE" dirty="0"/>
              <a:t> </a:t>
            </a:r>
            <a:r>
              <a:rPr lang="de-DE" dirty="0" err="1"/>
              <a:t>collapses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04F8E-6B6D-E5E7-DFEA-66B8B84E2408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DC23D7C-C745-682C-AC0E-5EC2BD14A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Avoid</a:t>
            </a:r>
            <a:r>
              <a:rPr lang="de-DE" dirty="0"/>
              <a:t> </a:t>
            </a:r>
            <a:r>
              <a:rPr lang="de-DE" dirty="0" err="1"/>
              <a:t>leakage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94093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1D9821CC-2FFA-C191-1AFF-93EF4E695E7F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413" b="22413"/>
          <a:stretch>
            <a:fillRect/>
          </a:stretch>
        </p:blipFill>
        <p:spPr/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E27C0D-65D8-E3A1-7075-D9EF02517D6D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de-DE" dirty="0" err="1"/>
              <a:t>Trying</a:t>
            </a:r>
            <a:r>
              <a:rPr lang="de-DE" dirty="0"/>
              <a:t> different </a:t>
            </a:r>
            <a:r>
              <a:rPr lang="de-DE" dirty="0" err="1"/>
              <a:t>grommets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a </a:t>
            </a:r>
            <a:r>
              <a:rPr lang="de-DE" dirty="0" err="1"/>
              <a:t>running</a:t>
            </a:r>
            <a:r>
              <a:rPr lang="de-DE" dirty="0"/>
              <a:t> </a:t>
            </a:r>
            <a:r>
              <a:rPr lang="de-DE" dirty="0" err="1"/>
              <a:t>oxygenator</a:t>
            </a:r>
            <a:r>
              <a:rPr lang="de-DE" dirty="0"/>
              <a:t> loop</a:t>
            </a:r>
          </a:p>
          <a:p>
            <a:pPr lvl="1"/>
            <a:r>
              <a:rPr lang="de-DE" dirty="0"/>
              <a:t>Bigger (and softer) </a:t>
            </a:r>
            <a:r>
              <a:rPr lang="de-DE" dirty="0" err="1"/>
              <a:t>blue</a:t>
            </a:r>
            <a:r>
              <a:rPr lang="de-DE" dirty="0"/>
              <a:t> </a:t>
            </a:r>
            <a:r>
              <a:rPr lang="de-DE" dirty="0" err="1"/>
              <a:t>grommets</a:t>
            </a:r>
            <a:r>
              <a:rPr lang="de-DE" dirty="0"/>
              <a:t> </a:t>
            </a:r>
            <a:r>
              <a:rPr lang="de-DE" dirty="0" err="1"/>
              <a:t>don‘t</a:t>
            </a:r>
            <a:r>
              <a:rPr lang="de-DE" dirty="0"/>
              <a:t> </a:t>
            </a:r>
            <a:r>
              <a:rPr lang="de-DE" dirty="0" err="1"/>
              <a:t>improve</a:t>
            </a:r>
            <a:r>
              <a:rPr lang="de-DE" dirty="0"/>
              <a:t> </a:t>
            </a:r>
            <a:r>
              <a:rPr lang="de-DE" dirty="0" err="1"/>
              <a:t>sealing</a:t>
            </a:r>
            <a:r>
              <a:rPr lang="de-DE" dirty="0"/>
              <a:t> </a:t>
            </a:r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taking</a:t>
            </a:r>
            <a:r>
              <a:rPr lang="de-DE" dirty="0"/>
              <a:t> </a:t>
            </a:r>
            <a:r>
              <a:rPr lang="de-DE" dirty="0" err="1"/>
              <a:t>working</a:t>
            </a:r>
            <a:r>
              <a:rPr lang="de-DE" dirty="0"/>
              <a:t> </a:t>
            </a:r>
            <a:r>
              <a:rPr lang="de-DE" dirty="0" err="1"/>
              <a:t>perfusion</a:t>
            </a:r>
            <a:r>
              <a:rPr lang="de-DE" dirty="0"/>
              <a:t> loop </a:t>
            </a:r>
            <a:r>
              <a:rPr lang="de-DE" dirty="0" err="1"/>
              <a:t>into</a:t>
            </a:r>
            <a:r>
              <a:rPr lang="de-DE" dirty="0"/>
              <a:t> </a:t>
            </a:r>
            <a:r>
              <a:rPr lang="de-DE" dirty="0" err="1"/>
              <a:t>account</a:t>
            </a:r>
            <a:r>
              <a:rPr lang="de-DE" dirty="0"/>
              <a:t>. I.e. permeable </a:t>
            </a:r>
            <a:r>
              <a:rPr lang="de-DE" dirty="0" err="1"/>
              <a:t>tube</a:t>
            </a:r>
            <a:r>
              <a:rPr lang="de-DE" dirty="0"/>
              <a:t> </a:t>
            </a:r>
            <a:r>
              <a:rPr lang="de-DE" dirty="0" err="1"/>
              <a:t>collapses</a:t>
            </a:r>
            <a:r>
              <a:rPr lang="de-DE" dirty="0"/>
              <a:t> at </a:t>
            </a:r>
            <a:r>
              <a:rPr lang="de-DE" dirty="0" err="1"/>
              <a:t>similar</a:t>
            </a:r>
            <a:r>
              <a:rPr lang="de-DE" dirty="0"/>
              <a:t> </a:t>
            </a:r>
            <a:r>
              <a:rPr lang="de-DE" dirty="0" err="1"/>
              <a:t>pressures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red</a:t>
            </a:r>
            <a:r>
              <a:rPr lang="de-DE" dirty="0"/>
              <a:t> </a:t>
            </a:r>
            <a:r>
              <a:rPr lang="de-DE" dirty="0" err="1"/>
              <a:t>grommet</a:t>
            </a:r>
            <a:r>
              <a:rPr lang="de-DE" dirty="0"/>
              <a:t>.</a:t>
            </a:r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24167511-5175-E689-FE93-78EE507E232F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413" b="22413"/>
          <a:stretch>
            <a:fillRect/>
          </a:stretch>
        </p:blipFill>
        <p:spPr/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2C52F4B4-1EAD-5BB2-1CC4-2C3D7A0B5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Grommets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762909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32949F8-6D10-6D95-1926-29C1CAEF8DCC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de-DE" dirty="0"/>
              <a:t>Permeable </a:t>
            </a:r>
            <a:r>
              <a:rPr lang="de-DE" dirty="0" err="1"/>
              <a:t>tube</a:t>
            </a:r>
            <a:r>
              <a:rPr lang="de-DE" dirty="0"/>
              <a:t> </a:t>
            </a:r>
            <a:r>
              <a:rPr lang="de-DE" dirty="0" err="1"/>
              <a:t>collapses</a:t>
            </a:r>
            <a:r>
              <a:rPr lang="de-DE" dirty="0"/>
              <a:t> </a:t>
            </a:r>
            <a:r>
              <a:rPr lang="de-DE" dirty="0" err="1"/>
              <a:t>only</a:t>
            </a:r>
            <a:r>
              <a:rPr lang="de-DE" dirty="0"/>
              <a:t> after </a:t>
            </a:r>
            <a:r>
              <a:rPr lang="de-DE" dirty="0" err="1"/>
              <a:t>pressure</a:t>
            </a:r>
            <a:r>
              <a:rPr lang="de-DE" dirty="0"/>
              <a:t> </a:t>
            </a:r>
            <a:r>
              <a:rPr lang="de-DE" dirty="0" err="1"/>
              <a:t>build-up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oxygenator</a:t>
            </a:r>
            <a:r>
              <a:rPr lang="de-DE" dirty="0"/>
              <a:t> and </a:t>
            </a:r>
            <a:r>
              <a:rPr lang="de-DE" dirty="0" err="1"/>
              <a:t>some</a:t>
            </a:r>
            <a:r>
              <a:rPr lang="de-DE" dirty="0"/>
              <a:t> time</a:t>
            </a:r>
          </a:p>
          <a:p>
            <a:r>
              <a:rPr lang="de-DE" dirty="0"/>
              <a:t>This </a:t>
            </a:r>
            <a:r>
              <a:rPr lang="de-DE" dirty="0" err="1"/>
              <a:t>starts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happen at </a:t>
            </a:r>
            <a:r>
              <a:rPr lang="de-DE" dirty="0" err="1"/>
              <a:t>around</a:t>
            </a:r>
            <a:r>
              <a:rPr lang="de-DE" dirty="0"/>
              <a:t> 50-60mbar (</a:t>
            </a:r>
            <a:r>
              <a:rPr lang="de-DE" dirty="0" err="1"/>
              <a:t>depending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course</a:t>
            </a:r>
            <a:r>
              <a:rPr lang="de-DE" dirty="0"/>
              <a:t> on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grommets</a:t>
            </a:r>
            <a:r>
              <a:rPr lang="de-DE" dirty="0"/>
              <a:t> </a:t>
            </a:r>
            <a:r>
              <a:rPr lang="de-DE" dirty="0" err="1"/>
              <a:t>sticking</a:t>
            </a:r>
            <a:r>
              <a:rPr lang="de-DE" dirty="0"/>
              <a:t> out and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tightening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Oxy</a:t>
            </a:r>
            <a:r>
              <a:rPr lang="de-DE" dirty="0"/>
              <a:t>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706A6C9-C607-A9CA-4CE7-27963C72639C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74B434E-47B4-C9A5-1FCE-98F9EC923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Permable</a:t>
            </a:r>
            <a:r>
              <a:rPr lang="de-DE" dirty="0"/>
              <a:t> </a:t>
            </a:r>
            <a:r>
              <a:rPr lang="de-DE" dirty="0" err="1"/>
              <a:t>tube</a:t>
            </a:r>
            <a:r>
              <a:rPr lang="de-DE" dirty="0"/>
              <a:t> </a:t>
            </a:r>
            <a:r>
              <a:rPr lang="de-DE" dirty="0" err="1"/>
              <a:t>collapse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378842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BED7270-550A-17F7-7124-D3FEF0CC78FD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de-DE" dirty="0" err="1"/>
              <a:t>Red</a:t>
            </a:r>
            <a:r>
              <a:rPr lang="de-DE" dirty="0"/>
              <a:t> </a:t>
            </a:r>
            <a:r>
              <a:rPr lang="de-DE" dirty="0" err="1"/>
              <a:t>machine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operated</a:t>
            </a:r>
            <a:r>
              <a:rPr lang="de-DE" dirty="0"/>
              <a:t> at </a:t>
            </a:r>
            <a:r>
              <a:rPr lang="de-DE" dirty="0" err="1"/>
              <a:t>around</a:t>
            </a:r>
            <a:r>
              <a:rPr lang="de-DE" dirty="0"/>
              <a:t> 40ml/min </a:t>
            </a:r>
            <a:r>
              <a:rPr lang="de-DE" dirty="0" err="1"/>
              <a:t>resulting</a:t>
            </a:r>
            <a:r>
              <a:rPr lang="de-DE" dirty="0"/>
              <a:t> in 30mbar</a:t>
            </a:r>
          </a:p>
          <a:p>
            <a:r>
              <a:rPr lang="de-DE" dirty="0" err="1"/>
              <a:t>Current</a:t>
            </a:r>
            <a:r>
              <a:rPr lang="de-DE" dirty="0"/>
              <a:t> </a:t>
            </a:r>
            <a:r>
              <a:rPr lang="de-DE" dirty="0" err="1"/>
              <a:t>target</a:t>
            </a:r>
            <a:r>
              <a:rPr lang="de-DE" dirty="0"/>
              <a:t> was 100mbar at 10ml/min </a:t>
            </a:r>
            <a:r>
              <a:rPr lang="de-DE" dirty="0" err="1"/>
              <a:t>which</a:t>
            </a:r>
            <a:r>
              <a:rPr lang="de-DE" dirty="0"/>
              <a:t> </a:t>
            </a:r>
            <a:r>
              <a:rPr lang="de-DE" dirty="0" err="1"/>
              <a:t>seams</a:t>
            </a:r>
            <a:r>
              <a:rPr lang="de-DE" dirty="0"/>
              <a:t> </a:t>
            </a:r>
            <a:r>
              <a:rPr lang="de-DE" dirty="0" err="1"/>
              <a:t>unfeasable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current</a:t>
            </a:r>
            <a:r>
              <a:rPr lang="de-DE" dirty="0"/>
              <a:t> </a:t>
            </a:r>
            <a:r>
              <a:rPr lang="de-DE" dirty="0" err="1"/>
              <a:t>grommet</a:t>
            </a:r>
            <a:r>
              <a:rPr lang="de-DE" dirty="0"/>
              <a:t> </a:t>
            </a:r>
            <a:r>
              <a:rPr lang="de-DE" dirty="0" err="1"/>
              <a:t>sealing</a:t>
            </a:r>
            <a:r>
              <a:rPr lang="de-DE" dirty="0"/>
              <a:t> </a:t>
            </a:r>
            <a:r>
              <a:rPr lang="de-DE" dirty="0" err="1"/>
              <a:t>solution</a:t>
            </a:r>
            <a:r>
              <a:rPr lang="de-DE" dirty="0"/>
              <a:t>. More </a:t>
            </a:r>
            <a:r>
              <a:rPr lang="de-DE" dirty="0" err="1"/>
              <a:t>sealing</a:t>
            </a:r>
            <a:r>
              <a:rPr lang="de-DE" dirty="0"/>
              <a:t> </a:t>
            </a:r>
            <a:r>
              <a:rPr lang="de-DE" dirty="0" err="1"/>
              <a:t>force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needed</a:t>
            </a:r>
            <a:r>
              <a:rPr lang="de-DE" dirty="0"/>
              <a:t> but permeable </a:t>
            </a:r>
            <a:r>
              <a:rPr lang="de-DE" dirty="0" err="1"/>
              <a:t>tube</a:t>
            </a:r>
            <a:r>
              <a:rPr lang="de-DE" dirty="0"/>
              <a:t> </a:t>
            </a:r>
            <a:r>
              <a:rPr lang="de-DE" dirty="0" err="1"/>
              <a:t>can‘t</a:t>
            </a:r>
            <a:r>
              <a:rPr lang="de-DE" dirty="0"/>
              <a:t> </a:t>
            </a:r>
            <a:r>
              <a:rPr lang="de-DE" dirty="0" err="1"/>
              <a:t>withstand</a:t>
            </a:r>
            <a:endParaRPr lang="de-DE" dirty="0"/>
          </a:p>
          <a:p>
            <a:r>
              <a:rPr lang="de-DE" dirty="0" err="1"/>
              <a:t>Reduce</a:t>
            </a:r>
            <a:r>
              <a:rPr lang="de-DE" dirty="0"/>
              <a:t> </a:t>
            </a:r>
            <a:r>
              <a:rPr lang="de-DE" dirty="0" err="1"/>
              <a:t>target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50mbar at 10ml/min </a:t>
            </a:r>
            <a:r>
              <a:rPr lang="de-DE" dirty="0" err="1"/>
              <a:t>with</a:t>
            </a:r>
            <a:r>
              <a:rPr lang="de-DE" dirty="0"/>
              <a:t> a </a:t>
            </a:r>
            <a:r>
              <a:rPr lang="de-DE" dirty="0" err="1"/>
              <a:t>reducer</a:t>
            </a:r>
            <a:r>
              <a:rPr lang="de-DE" dirty="0"/>
              <a:t> </a:t>
            </a:r>
            <a:r>
              <a:rPr lang="de-DE" dirty="0" err="1"/>
              <a:t>setting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about</a:t>
            </a:r>
            <a:r>
              <a:rPr lang="de-DE" dirty="0"/>
              <a:t> 5.2</a:t>
            </a:r>
          </a:p>
          <a:p>
            <a:r>
              <a:rPr lang="de-DE" dirty="0"/>
              <a:t>Still </a:t>
            </a:r>
            <a:r>
              <a:rPr lang="de-DE" dirty="0" err="1"/>
              <a:t>better</a:t>
            </a:r>
            <a:r>
              <a:rPr lang="de-DE" dirty="0"/>
              <a:t> </a:t>
            </a:r>
            <a:r>
              <a:rPr lang="de-DE" dirty="0" err="1"/>
              <a:t>performance</a:t>
            </a:r>
            <a:r>
              <a:rPr lang="de-DE" dirty="0"/>
              <a:t> </a:t>
            </a:r>
            <a:r>
              <a:rPr lang="de-DE" dirty="0" err="1"/>
              <a:t>than</a:t>
            </a:r>
            <a:r>
              <a:rPr lang="de-DE" dirty="0"/>
              <a:t> </a:t>
            </a:r>
            <a:r>
              <a:rPr lang="de-DE" dirty="0" err="1"/>
              <a:t>current</a:t>
            </a:r>
            <a:r>
              <a:rPr lang="de-DE" dirty="0"/>
              <a:t> </a:t>
            </a:r>
            <a:r>
              <a:rPr lang="de-DE" dirty="0" err="1"/>
              <a:t>system</a:t>
            </a:r>
            <a:r>
              <a:rPr lang="de-DE" dirty="0"/>
              <a:t> and </a:t>
            </a:r>
            <a:r>
              <a:rPr lang="de-DE" dirty="0" err="1"/>
              <a:t>seems</a:t>
            </a:r>
            <a:r>
              <a:rPr lang="de-DE" dirty="0"/>
              <a:t> </a:t>
            </a:r>
            <a:r>
              <a:rPr lang="de-DE" dirty="0" err="1"/>
              <a:t>feasable</a:t>
            </a:r>
            <a:endParaRPr lang="de-D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7339E2D-730B-BC89-07FE-A202EEE0E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Comparison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current</a:t>
            </a:r>
            <a:r>
              <a:rPr lang="de-DE" dirty="0"/>
              <a:t> </a:t>
            </a:r>
            <a:r>
              <a:rPr lang="de-DE" dirty="0" err="1"/>
              <a:t>system</a:t>
            </a:r>
            <a:endParaRPr lang="de-DE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44C2B3F-8F3D-70B7-7396-B63343079820}"/>
              </a:ext>
            </a:extLst>
          </p:cNvPr>
          <p:cNvGraphicFramePr>
            <a:graphicFrameLocks noGrp="1"/>
          </p:cNvGraphicFramePr>
          <p:nvPr>
            <p:ph idx="12"/>
          </p:nvPr>
        </p:nvGraphicFramePr>
        <p:xfrm>
          <a:off x="6275388" y="1309688"/>
          <a:ext cx="5221287" cy="45005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33952743"/>
      </p:ext>
    </p:extLst>
  </p:cSld>
  <p:clrMapOvr>
    <a:masterClrMapping/>
  </p:clrMapOvr>
</p:sld>
</file>

<file path=ppt/theme/theme1.xml><?xml version="1.0" encoding="utf-8"?>
<a:theme xmlns:a="http://schemas.openxmlformats.org/drawingml/2006/main" name="Hoofd titel">
  <a:themeElements>
    <a:clrScheme name="Custom 1">
      <a:dk1>
        <a:sysClr val="windowText" lastClr="000000"/>
      </a:dk1>
      <a:lt1>
        <a:sysClr val="window" lastClr="FFFFFF"/>
      </a:lt1>
      <a:dk2>
        <a:srgbClr val="5E5E5E"/>
      </a:dk2>
      <a:lt2>
        <a:srgbClr val="FFFFFF"/>
      </a:lt2>
      <a:accent1>
        <a:srgbClr val="38B6AB"/>
      </a:accent1>
      <a:accent2>
        <a:srgbClr val="EB5D40"/>
      </a:accent2>
      <a:accent3>
        <a:srgbClr val="1961AC"/>
      </a:accent3>
      <a:accent4>
        <a:srgbClr val="F9B44F"/>
      </a:accent4>
      <a:accent5>
        <a:srgbClr val="38B6AB"/>
      </a:accent5>
      <a:accent6>
        <a:srgbClr val="38B6AB"/>
      </a:accent6>
      <a:hlink>
        <a:srgbClr val="1961AC"/>
      </a:hlink>
      <a:folHlink>
        <a:srgbClr val="EB5D4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e7" id="{A9137997-1B6F-4E89-89BF-780B21313DA2}" vid="{4DFDE7AC-114A-4EC2-8D8D-C3FD286A44A6}"/>
    </a:ext>
  </a:extLst>
</a:theme>
</file>

<file path=ppt/theme/theme2.xml><?xml version="1.0" encoding="utf-8"?>
<a:theme xmlns:a="http://schemas.openxmlformats.org/drawingml/2006/main" name="1_HOOFDSTUKKEN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e7" id="{A9137997-1B6F-4E89-89BF-780B21313DA2}" vid="{4C76F820-3F8F-4380-AF4A-58F05207F268}"/>
    </a:ext>
  </a:extLst>
</a:theme>
</file>

<file path=ppt/theme/theme3.xml><?xml version="1.0" encoding="utf-8"?>
<a:theme xmlns:a="http://schemas.openxmlformats.org/drawingml/2006/main" name="2_HOOFDSTUKKEN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e7" id="{A9137997-1B6F-4E89-89BF-780B21313DA2}" vid="{8AA29390-9D81-4FAB-9FBC-01BAAC10E2B5}"/>
    </a:ext>
  </a:extLst>
</a:theme>
</file>

<file path=ppt/theme/theme4.xml><?xml version="1.0" encoding="utf-8"?>
<a:theme xmlns:a="http://schemas.openxmlformats.org/drawingml/2006/main" name="3_HOOFDSTUKKEN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e7" id="{A9137997-1B6F-4E89-89BF-780B21313DA2}" vid="{978E2231-6201-429C-B61A-7F120B9A7FE3}"/>
    </a:ext>
  </a:extLst>
</a:theme>
</file>

<file path=ppt/theme/theme5.xml><?xml version="1.0" encoding="utf-8"?>
<a:theme xmlns:a="http://schemas.openxmlformats.org/drawingml/2006/main" name="4_HOOFDSTUKKEN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e7" id="{A9137997-1B6F-4E89-89BF-780B21313DA2}" vid="{9D10CDA8-B219-4290-AC80-A79A647568E4}"/>
    </a:ext>
  </a:extLst>
</a:theme>
</file>

<file path=ppt/theme/theme6.xml><?xml version="1.0" encoding="utf-8"?>
<a:theme xmlns:a="http://schemas.openxmlformats.org/drawingml/2006/main" name="Key visuals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e7" id="{A9137997-1B6F-4E89-89BF-780B21313DA2}" vid="{A8535EB7-E7BB-40AF-8D2D-B6D6C80995FF}"/>
    </a:ext>
  </a:extLst>
</a:theme>
</file>

<file path=ppt/theme/theme7.xml><?xml version="1.0" encoding="utf-8"?>
<a:theme xmlns:a="http://schemas.openxmlformats.org/drawingml/2006/main" name="Inhoudelijkontwerp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e7" id="{A9137997-1B6F-4E89-89BF-780B21313DA2}" vid="{77A8EA66-0DBE-40FE-843C-B1F795909CC2}"/>
    </a:ext>
  </a:extLst>
</a:theme>
</file>

<file path=ppt/theme/theme8.xml><?xml version="1.0" encoding="utf-8"?>
<a:theme xmlns:a="http://schemas.openxmlformats.org/drawingml/2006/main" name="SHOWCAS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e7" id="{A9137997-1B6F-4E89-89BF-780B21313DA2}" vid="{3EEB1AA9-6807-4F7E-92AB-ACF023F9C568}"/>
    </a:ext>
  </a:extLst>
</a:theme>
</file>

<file path=ppt/theme/theme9.xml><?xml version="1.0" encoding="utf-8"?>
<a:theme xmlns:a="http://schemas.openxmlformats.org/drawingml/2006/main" name="1_AFSLUITING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e7" id="{A9137997-1B6F-4E89-89BF-780B21313DA2}" vid="{AD31D354-69AC-4B60-8307-BDC4B7C36803}"/>
    </a:ext>
  </a:extLst>
</a:theme>
</file>

<file path=ppt/theme/theme10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cf7ca4a-62d7-4161-b34b-b19a642d7399" xsi:nil="true"/>
    <lcf76f155ced4ddcb4097134ff3c332f xmlns="a69945c9-17bf-4846-93b6-33aa5639d9d6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A706F7CF2D4643AB5E1C9C581B6AD5" ma:contentTypeVersion="19" ma:contentTypeDescription="Een nieuw document maken." ma:contentTypeScope="" ma:versionID="7747578e9ee99d1069d5a5d900fa8b6d">
  <xsd:schema xmlns:xsd="http://www.w3.org/2001/XMLSchema" xmlns:xs="http://www.w3.org/2001/XMLSchema" xmlns:p="http://schemas.microsoft.com/office/2006/metadata/properties" xmlns:ns2="a69945c9-17bf-4846-93b6-33aa5639d9d6" xmlns:ns3="5cf7ca4a-62d7-4161-b34b-b19a642d7399" targetNamespace="http://schemas.microsoft.com/office/2006/metadata/properties" ma:root="true" ma:fieldsID="ee41317ce769821fce2421465f26d0a7" ns2:_="" ns3:_="">
    <xsd:import namespace="a69945c9-17bf-4846-93b6-33aa5639d9d6"/>
    <xsd:import namespace="5cf7ca4a-62d7-4161-b34b-b19a642d739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OCR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9945c9-17bf-4846-93b6-33aa5639d9d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Afbeeldingtags" ma:readOnly="false" ma:fieldId="{5cf76f15-5ced-4ddc-b409-7134ff3c332f}" ma:taxonomyMulti="true" ma:sspId="f73631c9-e33f-46eb-a8ab-0b719afa42a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f7ca4a-62d7-4161-b34b-b19a642d7399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9181612d-3ade-4cfa-9379-73c73aba17a5}" ma:internalName="TaxCatchAll" ma:showField="CatchAllData" ma:web="5cf7ca4a-62d7-4161-b34b-b19a642d739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9615360-EFD3-4D18-8137-543ECCA8194D}">
  <ds:schemaRefs>
    <ds:schemaRef ds:uri="http://schemas.microsoft.com/office/2006/metadata/properties"/>
    <ds:schemaRef ds:uri="http://schemas.microsoft.com/office/infopath/2007/PartnerControls"/>
    <ds:schemaRef ds:uri="5cf7ca4a-62d7-4161-b34b-b19a642d7399"/>
    <ds:schemaRef ds:uri="a69945c9-17bf-4846-93b6-33aa5639d9d6"/>
  </ds:schemaRefs>
</ds:datastoreItem>
</file>

<file path=customXml/itemProps2.xml><?xml version="1.0" encoding="utf-8"?>
<ds:datastoreItem xmlns:ds="http://schemas.openxmlformats.org/officeDocument/2006/customXml" ds:itemID="{4297F3C2-4844-4DFD-8218-05BF66E49F8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27D594E-9974-4A68-AFC3-3F16AA1A1B0D}"/>
</file>

<file path=docProps/app.xml><?xml version="1.0" encoding="utf-8"?>
<Properties xmlns="http://schemas.openxmlformats.org/officeDocument/2006/extended-properties" xmlns:vt="http://schemas.openxmlformats.org/officeDocument/2006/docPropsVTypes">
  <Template>Demcon industrial systems</Template>
  <TotalTime>235</TotalTime>
  <Words>356</Words>
  <Application>Microsoft Office PowerPoint</Application>
  <PresentationFormat>Widescreen</PresentationFormat>
  <Paragraphs>39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9</vt:i4>
      </vt:variant>
      <vt:variant>
        <vt:lpstr>Slide Titles</vt:lpstr>
      </vt:variant>
      <vt:variant>
        <vt:i4>8</vt:i4>
      </vt:variant>
    </vt:vector>
  </HeadingPairs>
  <TitlesOfParts>
    <vt:vector size="22" baseType="lpstr">
      <vt:lpstr>Arial</vt:lpstr>
      <vt:lpstr>Calibri</vt:lpstr>
      <vt:lpstr>Calibri Light</vt:lpstr>
      <vt:lpstr>Georgia</vt:lpstr>
      <vt:lpstr>Wingdings</vt:lpstr>
      <vt:lpstr>Hoofd titel</vt:lpstr>
      <vt:lpstr>1_HOOFDSTUKKEN</vt:lpstr>
      <vt:lpstr>2_HOOFDSTUKKEN</vt:lpstr>
      <vt:lpstr>3_HOOFDSTUKKEN</vt:lpstr>
      <vt:lpstr>4_HOOFDSTUKKEN</vt:lpstr>
      <vt:lpstr>Key visuals</vt:lpstr>
      <vt:lpstr>Inhoudelijkontwerp</vt:lpstr>
      <vt:lpstr>SHOWCASE</vt:lpstr>
      <vt:lpstr>1_AFSLUITING</vt:lpstr>
      <vt:lpstr>Pressure Testing: 20.10.23</vt:lpstr>
      <vt:lpstr>Setup</vt:lpstr>
      <vt:lpstr>Flow reducer GPRO-10</vt:lpstr>
      <vt:lpstr>Location of leakage</vt:lpstr>
      <vt:lpstr>Avoid leakage</vt:lpstr>
      <vt:lpstr>Grommets</vt:lpstr>
      <vt:lpstr>Permable tube collapse</vt:lpstr>
      <vt:lpstr>Comparison with current system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Pressure Testing: 20.10.23</dc:title>
  <dc:creator>Jascha Paris</dc:creator>
  <cp:lastModifiedBy>Ruud Das</cp:lastModifiedBy>
  <cp:revision>2</cp:revision>
  <dcterms:created xsi:type="dcterms:W3CDTF">2023-10-23T12:14:11Z</dcterms:created>
  <dcterms:modified xsi:type="dcterms:W3CDTF">2026-02-05T12:41:27Z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0x01010010A706F7CF2D4643AB5E1C9C581B6AD5</vt:lpwstr>
  </property>
  <property fmtid="{D5CDD505-2E9C-101B-9397-08002B2CF9AE}" pid="3" name="MediaServiceImageTags">
    <vt:lpwstr/>
  </property>
</Properties>
</file>